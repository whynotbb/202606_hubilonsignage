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72" r:id="rId3"/>
    <p:sldId id="274" r:id="rId4"/>
    <p:sldId id="273" r:id="rId5"/>
    <p:sldId id="275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6F6"/>
    <a:srgbClr val="8497BC"/>
    <a:srgbClr val="91A6CA"/>
    <a:srgbClr val="8DA0C2"/>
    <a:srgbClr val="5A6681"/>
    <a:srgbClr val="FFFFFF"/>
    <a:srgbClr val="00538A"/>
    <a:srgbClr val="004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74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3294" y="1266"/>
      </p:cViewPr>
      <p:guideLst>
        <p:guide orient="horz" pos="2160"/>
        <p:guide pos="3840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 Jun Kim" userId="d1cf4b6257b0b256" providerId="LiveId" clId="{9BBBA349-5589-4A3C-BDC9-3B711A1F2A46}"/>
    <pc:docChg chg="undo custSel addSld delSld modSld">
      <pc:chgData name="Young Jun Kim" userId="d1cf4b6257b0b256" providerId="LiveId" clId="{9BBBA349-5589-4A3C-BDC9-3B711A1F2A46}" dt="2026-05-20T03:57:16.946" v="7988" actId="6549"/>
      <pc:docMkLst>
        <pc:docMk/>
      </pc:docMkLst>
      <pc:sldChg chg="modSp mod">
        <pc:chgData name="Young Jun Kim" userId="d1cf4b6257b0b256" providerId="LiveId" clId="{9BBBA349-5589-4A3C-BDC9-3B711A1F2A46}" dt="2026-05-20T01:37:14.584" v="564"/>
        <pc:sldMkLst>
          <pc:docMk/>
          <pc:sldMk cId="1078930867" sldId="272"/>
        </pc:sldMkLst>
        <pc:spChg chg="mod">
          <ac:chgData name="Young Jun Kim" userId="d1cf4b6257b0b256" providerId="LiveId" clId="{9BBBA349-5589-4A3C-BDC9-3B711A1F2A46}" dt="2026-05-20T01:37:14.584" v="564"/>
          <ac:spMkLst>
            <pc:docMk/>
            <pc:sldMk cId="1078930867" sldId="272"/>
            <ac:spMk id="5" creationId="{70422528-4C84-443E-A641-05F2E137A4D5}"/>
          </ac:spMkLst>
        </pc:spChg>
      </pc:sldChg>
      <pc:sldChg chg="addSp delSp modSp mod">
        <pc:chgData name="Young Jun Kim" userId="d1cf4b6257b0b256" providerId="LiveId" clId="{9BBBA349-5589-4A3C-BDC9-3B711A1F2A46}" dt="2026-05-20T02:07:27.890" v="3787" actId="6549"/>
        <pc:sldMkLst>
          <pc:docMk/>
          <pc:sldMk cId="2337450780" sldId="273"/>
        </pc:sldMkLst>
        <pc:spChg chg="add mod">
          <ac:chgData name="Young Jun Kim" userId="d1cf4b6257b0b256" providerId="LiveId" clId="{9BBBA349-5589-4A3C-BDC9-3B711A1F2A46}" dt="2026-05-20T02:00:28.217" v="3487" actId="20577"/>
          <ac:spMkLst>
            <pc:docMk/>
            <pc:sldMk cId="2337450780" sldId="273"/>
            <ac:spMk id="5" creationId="{49C47F7C-721B-42F8-8374-D451BB3B45BC}"/>
          </ac:spMkLst>
        </pc:spChg>
        <pc:spChg chg="add del mod">
          <ac:chgData name="Young Jun Kim" userId="d1cf4b6257b0b256" providerId="LiveId" clId="{9BBBA349-5589-4A3C-BDC9-3B711A1F2A46}" dt="2026-05-20T01:32:07.579" v="83" actId="478"/>
          <ac:spMkLst>
            <pc:docMk/>
            <pc:sldMk cId="2337450780" sldId="273"/>
            <ac:spMk id="6" creationId="{3E36FA89-37F5-4E23-873A-B83822A44B8B}"/>
          </ac:spMkLst>
        </pc:spChg>
        <pc:spChg chg="add mod">
          <ac:chgData name="Young Jun Kim" userId="d1cf4b6257b0b256" providerId="LiveId" clId="{9BBBA349-5589-4A3C-BDC9-3B711A1F2A46}" dt="2026-05-20T02:07:27.890" v="3787" actId="6549"/>
          <ac:spMkLst>
            <pc:docMk/>
            <pc:sldMk cId="2337450780" sldId="273"/>
            <ac:spMk id="7" creationId="{FFD416A1-ABF6-4284-B4E9-97973DC6DEE4}"/>
          </ac:spMkLst>
        </pc:spChg>
        <pc:picChg chg="mod">
          <ac:chgData name="Young Jun Kim" userId="d1cf4b6257b0b256" providerId="LiveId" clId="{9BBBA349-5589-4A3C-BDC9-3B711A1F2A46}" dt="2026-05-20T01:59:18.327" v="3326" actId="14100"/>
          <ac:picMkLst>
            <pc:docMk/>
            <pc:sldMk cId="2337450780" sldId="273"/>
            <ac:picMk id="4" creationId="{144FB323-257B-453F-8EDF-EAAB9EA79968}"/>
          </ac:picMkLst>
        </pc:picChg>
      </pc:sldChg>
      <pc:sldChg chg="addSp delSp modSp add mod">
        <pc:chgData name="Young Jun Kim" userId="d1cf4b6257b0b256" providerId="LiveId" clId="{9BBBA349-5589-4A3C-BDC9-3B711A1F2A46}" dt="2026-05-20T02:15:26.061" v="4429" actId="6549"/>
        <pc:sldMkLst>
          <pc:docMk/>
          <pc:sldMk cId="2886758484" sldId="274"/>
        </pc:sldMkLst>
        <pc:spChg chg="add mod">
          <ac:chgData name="Young Jun Kim" userId="d1cf4b6257b0b256" providerId="LiveId" clId="{9BBBA349-5589-4A3C-BDC9-3B711A1F2A46}" dt="2026-05-20T01:58:09.480" v="3184" actId="404"/>
          <ac:spMkLst>
            <pc:docMk/>
            <pc:sldMk cId="2886758484" sldId="274"/>
            <ac:spMk id="3" creationId="{BCAF2E3D-F7E1-48AD-AF2E-94D7C75BB0A9}"/>
          </ac:spMkLst>
        </pc:spChg>
        <pc:spChg chg="mod">
          <ac:chgData name="Young Jun Kim" userId="d1cf4b6257b0b256" providerId="LiveId" clId="{9BBBA349-5589-4A3C-BDC9-3B711A1F2A46}" dt="2026-05-20T01:41:49.238" v="768"/>
          <ac:spMkLst>
            <pc:docMk/>
            <pc:sldMk cId="2886758484" sldId="274"/>
            <ac:spMk id="5" creationId="{49C47F7C-721B-42F8-8374-D451BB3B45BC}"/>
          </ac:spMkLst>
        </pc:spChg>
        <pc:spChg chg="mod">
          <ac:chgData name="Young Jun Kim" userId="d1cf4b6257b0b256" providerId="LiveId" clId="{9BBBA349-5589-4A3C-BDC9-3B711A1F2A46}" dt="2026-05-20T02:15:26.061" v="4429" actId="6549"/>
          <ac:spMkLst>
            <pc:docMk/>
            <pc:sldMk cId="2886758484" sldId="274"/>
            <ac:spMk id="7" creationId="{FFD416A1-ABF6-4284-B4E9-97973DC6DEE4}"/>
          </ac:spMkLst>
        </pc:spChg>
        <pc:spChg chg="add mod">
          <ac:chgData name="Young Jun Kim" userId="d1cf4b6257b0b256" providerId="LiveId" clId="{9BBBA349-5589-4A3C-BDC9-3B711A1F2A46}" dt="2026-05-20T01:58:17.701" v="3207" actId="404"/>
          <ac:spMkLst>
            <pc:docMk/>
            <pc:sldMk cId="2886758484" sldId="274"/>
            <ac:spMk id="8" creationId="{36F314C2-8A06-4762-AB09-7AA4F297A525}"/>
          </ac:spMkLst>
        </pc:spChg>
        <pc:spChg chg="add mod">
          <ac:chgData name="Young Jun Kim" userId="d1cf4b6257b0b256" providerId="LiveId" clId="{9BBBA349-5589-4A3C-BDC9-3B711A1F2A46}" dt="2026-05-20T01:58:25.537" v="3214" actId="6549"/>
          <ac:spMkLst>
            <pc:docMk/>
            <pc:sldMk cId="2886758484" sldId="274"/>
            <ac:spMk id="9" creationId="{F2240FDA-9363-4945-9451-CEC3C7F66C0F}"/>
          </ac:spMkLst>
        </pc:spChg>
        <pc:spChg chg="add mod">
          <ac:chgData name="Young Jun Kim" userId="d1cf4b6257b0b256" providerId="LiveId" clId="{9BBBA349-5589-4A3C-BDC9-3B711A1F2A46}" dt="2026-05-20T01:44:15.128" v="791" actId="1076"/>
          <ac:spMkLst>
            <pc:docMk/>
            <pc:sldMk cId="2886758484" sldId="274"/>
            <ac:spMk id="10" creationId="{EB69736E-24C7-4A68-A703-D9CFD34504AC}"/>
          </ac:spMkLst>
        </pc:spChg>
        <pc:spChg chg="add mod">
          <ac:chgData name="Young Jun Kim" userId="d1cf4b6257b0b256" providerId="LiveId" clId="{9BBBA349-5589-4A3C-BDC9-3B711A1F2A46}" dt="2026-05-20T01:44:15.128" v="791" actId="1076"/>
          <ac:spMkLst>
            <pc:docMk/>
            <pc:sldMk cId="2886758484" sldId="274"/>
            <ac:spMk id="11" creationId="{63B66334-9B3F-4D25-AB48-EF6F38A8304B}"/>
          </ac:spMkLst>
        </pc:spChg>
        <pc:spChg chg="add del mod">
          <ac:chgData name="Young Jun Kim" userId="d1cf4b6257b0b256" providerId="LiveId" clId="{9BBBA349-5589-4A3C-BDC9-3B711A1F2A46}" dt="2026-05-20T01:43:10.310" v="782" actId="478"/>
          <ac:spMkLst>
            <pc:docMk/>
            <pc:sldMk cId="2886758484" sldId="274"/>
            <ac:spMk id="12" creationId="{7BC63258-0DE8-416C-9514-573F75771FA4}"/>
          </ac:spMkLst>
        </pc:spChg>
        <pc:grpChg chg="add mod">
          <ac:chgData name="Young Jun Kim" userId="d1cf4b6257b0b256" providerId="LiveId" clId="{9BBBA349-5589-4A3C-BDC9-3B711A1F2A46}" dt="2026-05-20T01:44:15.128" v="791" actId="1076"/>
          <ac:grpSpMkLst>
            <pc:docMk/>
            <pc:sldMk cId="2886758484" sldId="274"/>
            <ac:grpSpMk id="6" creationId="{3B6B5B01-4B6C-41E8-A267-425E1063FC90}"/>
          </ac:grpSpMkLst>
        </pc:grpChg>
        <pc:picChg chg="del">
          <ac:chgData name="Young Jun Kim" userId="d1cf4b6257b0b256" providerId="LiveId" clId="{9BBBA349-5589-4A3C-BDC9-3B711A1F2A46}" dt="2026-05-20T01:38:34.392" v="708" actId="478"/>
          <ac:picMkLst>
            <pc:docMk/>
            <pc:sldMk cId="2886758484" sldId="274"/>
            <ac:picMk id="4" creationId="{144FB323-257B-453F-8EDF-EAAB9EA79968}"/>
          </ac:picMkLst>
        </pc:picChg>
        <pc:picChg chg="add mod">
          <ac:chgData name="Young Jun Kim" userId="d1cf4b6257b0b256" providerId="LiveId" clId="{9BBBA349-5589-4A3C-BDC9-3B711A1F2A46}" dt="2026-05-20T01:44:15.128" v="791" actId="1076"/>
          <ac:picMkLst>
            <pc:docMk/>
            <pc:sldMk cId="2886758484" sldId="274"/>
            <ac:picMk id="1026" creationId="{F875DF60-12D1-49D6-9A9E-17DA3FE2F391}"/>
          </ac:picMkLst>
        </pc:picChg>
      </pc:sldChg>
      <pc:sldChg chg="addSp delSp modSp add mod">
        <pc:chgData name="Young Jun Kim" userId="d1cf4b6257b0b256" providerId="LiveId" clId="{9BBBA349-5589-4A3C-BDC9-3B711A1F2A46}" dt="2026-05-20T03:57:09.035" v="7986" actId="20577"/>
        <pc:sldMkLst>
          <pc:docMk/>
          <pc:sldMk cId="1897816708" sldId="275"/>
        </pc:sldMkLst>
        <pc:spChg chg="mod">
          <ac:chgData name="Young Jun Kim" userId="d1cf4b6257b0b256" providerId="LiveId" clId="{9BBBA349-5589-4A3C-BDC9-3B711A1F2A46}" dt="2026-05-20T02:00:30.737" v="3489" actId="20577"/>
          <ac:spMkLst>
            <pc:docMk/>
            <pc:sldMk cId="1897816708" sldId="275"/>
            <ac:spMk id="5" creationId="{49C47F7C-721B-42F8-8374-D451BB3B45BC}"/>
          </ac:spMkLst>
        </pc:spChg>
        <pc:spChg chg="add mod ord">
          <ac:chgData name="Young Jun Kim" userId="d1cf4b6257b0b256" providerId="LiveId" clId="{9BBBA349-5589-4A3C-BDC9-3B711A1F2A46}" dt="2026-05-20T03:25:27.478" v="5168" actId="167"/>
          <ac:spMkLst>
            <pc:docMk/>
            <pc:sldMk cId="1897816708" sldId="275"/>
            <ac:spMk id="6" creationId="{E1C9FC25-1AE2-40EE-B837-CD32C43E07C1}"/>
          </ac:spMkLst>
        </pc:spChg>
        <pc:spChg chg="mod">
          <ac:chgData name="Young Jun Kim" userId="d1cf4b6257b0b256" providerId="LiveId" clId="{9BBBA349-5589-4A3C-BDC9-3B711A1F2A46}" dt="2026-05-20T03:57:09.035" v="7986" actId="20577"/>
          <ac:spMkLst>
            <pc:docMk/>
            <pc:sldMk cId="1897816708" sldId="275"/>
            <ac:spMk id="7" creationId="{FFD416A1-ABF6-4284-B4E9-97973DC6DEE4}"/>
          </ac:spMkLst>
        </pc:spChg>
        <pc:spChg chg="add mod">
          <ac:chgData name="Young Jun Kim" userId="d1cf4b6257b0b256" providerId="LiveId" clId="{9BBBA349-5589-4A3C-BDC9-3B711A1F2A46}" dt="2026-05-20T03:35:55.676" v="5517" actId="6549"/>
          <ac:spMkLst>
            <pc:docMk/>
            <pc:sldMk cId="1897816708" sldId="275"/>
            <ac:spMk id="13" creationId="{3A368822-319A-46B8-9748-A8A10C7EC162}"/>
          </ac:spMkLst>
        </pc:spChg>
        <pc:spChg chg="add mod">
          <ac:chgData name="Young Jun Kim" userId="d1cf4b6257b0b256" providerId="LiveId" clId="{9BBBA349-5589-4A3C-BDC9-3B711A1F2A46}" dt="2026-05-20T03:49:57.192" v="6897" actId="404"/>
          <ac:spMkLst>
            <pc:docMk/>
            <pc:sldMk cId="1897816708" sldId="275"/>
            <ac:spMk id="17" creationId="{41324203-8E2F-42BB-BD1C-D9C6A0A99A02}"/>
          </ac:spMkLst>
        </pc:spChg>
        <pc:spChg chg="add del mod">
          <ac:chgData name="Young Jun Kim" userId="d1cf4b6257b0b256" providerId="LiveId" clId="{9BBBA349-5589-4A3C-BDC9-3B711A1F2A46}" dt="2026-05-20T03:45:41.750" v="6528" actId="20577"/>
          <ac:spMkLst>
            <pc:docMk/>
            <pc:sldMk cId="1897816708" sldId="275"/>
            <ac:spMk id="18" creationId="{EE67B042-ED1D-47CB-84C5-3B283BD68C75}"/>
          </ac:spMkLst>
        </pc:spChg>
        <pc:picChg chg="del">
          <ac:chgData name="Young Jun Kim" userId="d1cf4b6257b0b256" providerId="LiveId" clId="{9BBBA349-5589-4A3C-BDC9-3B711A1F2A46}" dt="2026-05-20T02:00:14.597" v="3483" actId="478"/>
          <ac:picMkLst>
            <pc:docMk/>
            <pc:sldMk cId="1897816708" sldId="275"/>
            <ac:picMk id="4" creationId="{144FB323-257B-453F-8EDF-EAAB9EA79968}"/>
          </ac:picMkLst>
        </pc:picChg>
        <pc:picChg chg="add mod">
          <ac:chgData name="Young Jun Kim" userId="d1cf4b6257b0b256" providerId="LiveId" clId="{9BBBA349-5589-4A3C-BDC9-3B711A1F2A46}" dt="2026-05-20T03:30:10.586" v="5186" actId="1076"/>
          <ac:picMkLst>
            <pc:docMk/>
            <pc:sldMk cId="1897816708" sldId="275"/>
            <ac:picMk id="8" creationId="{DAF70A12-1668-4F9D-B669-B650603580D1}"/>
          </ac:picMkLst>
        </pc:picChg>
        <pc:picChg chg="add mod">
          <ac:chgData name="Young Jun Kim" userId="d1cf4b6257b0b256" providerId="LiveId" clId="{9BBBA349-5589-4A3C-BDC9-3B711A1F2A46}" dt="2026-05-20T03:27:22.129" v="5182" actId="1076"/>
          <ac:picMkLst>
            <pc:docMk/>
            <pc:sldMk cId="1897816708" sldId="275"/>
            <ac:picMk id="10" creationId="{5594CE4A-2F7F-4F08-AC47-8200B9D6A8BA}"/>
          </ac:picMkLst>
        </pc:picChg>
        <pc:picChg chg="add mod">
          <ac:chgData name="Young Jun Kim" userId="d1cf4b6257b0b256" providerId="LiveId" clId="{9BBBA349-5589-4A3C-BDC9-3B711A1F2A46}" dt="2026-05-20T03:27:25.762" v="5183" actId="1076"/>
          <ac:picMkLst>
            <pc:docMk/>
            <pc:sldMk cId="1897816708" sldId="275"/>
            <ac:picMk id="11" creationId="{69429A56-CE17-433E-AAEF-DAEDDFC177E2}"/>
          </ac:picMkLst>
        </pc:picChg>
        <pc:picChg chg="add mod">
          <ac:chgData name="Young Jun Kim" userId="d1cf4b6257b0b256" providerId="LiveId" clId="{9BBBA349-5589-4A3C-BDC9-3B711A1F2A46}" dt="2026-05-20T03:34:17.424" v="5349" actId="14100"/>
          <ac:picMkLst>
            <pc:docMk/>
            <pc:sldMk cId="1897816708" sldId="275"/>
            <ac:picMk id="12" creationId="{F1AD27DD-BC0F-4A9E-93C6-03E998405567}"/>
          </ac:picMkLst>
        </pc:picChg>
        <pc:picChg chg="add del mod">
          <ac:chgData name="Young Jun Kim" userId="d1cf4b6257b0b256" providerId="LiveId" clId="{9BBBA349-5589-4A3C-BDC9-3B711A1F2A46}" dt="2026-05-20T03:27:13.340" v="5178" actId="478"/>
          <ac:picMkLst>
            <pc:docMk/>
            <pc:sldMk cId="1897816708" sldId="275"/>
            <ac:picMk id="5122" creationId="{9C8B6405-9851-4810-B8A9-8541BC5E4F68}"/>
          </ac:picMkLst>
        </pc:picChg>
        <pc:picChg chg="add del mod">
          <ac:chgData name="Young Jun Kim" userId="d1cf4b6257b0b256" providerId="LiveId" clId="{9BBBA349-5589-4A3C-BDC9-3B711A1F2A46}" dt="2026-05-20T03:25:22.170" v="5165" actId="478"/>
          <ac:picMkLst>
            <pc:docMk/>
            <pc:sldMk cId="1897816708" sldId="275"/>
            <ac:picMk id="5124" creationId="{9451AAA6-A6CD-4070-B017-27D779473A99}"/>
          </ac:picMkLst>
        </pc:picChg>
        <pc:picChg chg="add del mod">
          <ac:chgData name="Young Jun Kim" userId="d1cf4b6257b0b256" providerId="LiveId" clId="{9BBBA349-5589-4A3C-BDC9-3B711A1F2A46}" dt="2026-05-20T03:25:20.255" v="5164" actId="21"/>
          <ac:picMkLst>
            <pc:docMk/>
            <pc:sldMk cId="1897816708" sldId="275"/>
            <ac:picMk id="5126" creationId="{D083D0EB-DC1A-494E-9D0F-B84C0F665FD0}"/>
          </ac:picMkLst>
        </pc:picChg>
      </pc:sldChg>
      <pc:sldChg chg="addSp delSp modSp add mod">
        <pc:chgData name="Young Jun Kim" userId="d1cf4b6257b0b256" providerId="LiveId" clId="{9BBBA349-5589-4A3C-BDC9-3B711A1F2A46}" dt="2026-05-20T03:57:16.946" v="7988" actId="6549"/>
        <pc:sldMkLst>
          <pc:docMk/>
          <pc:sldMk cId="2665691263" sldId="276"/>
        </pc:sldMkLst>
        <pc:spChg chg="mod">
          <ac:chgData name="Young Jun Kim" userId="d1cf4b6257b0b256" providerId="LiveId" clId="{9BBBA349-5589-4A3C-BDC9-3B711A1F2A46}" dt="2026-05-20T02:00:34.425" v="3495" actId="20577"/>
          <ac:spMkLst>
            <pc:docMk/>
            <pc:sldMk cId="2665691263" sldId="276"/>
            <ac:spMk id="5" creationId="{49C47F7C-721B-42F8-8374-D451BB3B45BC}"/>
          </ac:spMkLst>
        </pc:spChg>
        <pc:spChg chg="add mod">
          <ac:chgData name="Young Jun Kim" userId="d1cf4b6257b0b256" providerId="LiveId" clId="{9BBBA349-5589-4A3C-BDC9-3B711A1F2A46}" dt="2026-05-20T02:51:47.588" v="5071"/>
          <ac:spMkLst>
            <pc:docMk/>
            <pc:sldMk cId="2665691263" sldId="276"/>
            <ac:spMk id="6" creationId="{B94148B9-6405-472C-BDEC-B045ACBB904C}"/>
          </ac:spMkLst>
        </pc:spChg>
        <pc:spChg chg="del">
          <ac:chgData name="Young Jun Kim" userId="d1cf4b6257b0b256" providerId="LiveId" clId="{9BBBA349-5589-4A3C-BDC9-3B711A1F2A46}" dt="2026-05-20T03:20:29.775" v="5133" actId="478"/>
          <ac:spMkLst>
            <pc:docMk/>
            <pc:sldMk cId="2665691263" sldId="276"/>
            <ac:spMk id="7" creationId="{FFD416A1-ABF6-4284-B4E9-97973DC6DEE4}"/>
          </ac:spMkLst>
        </pc:spChg>
        <pc:spChg chg="add del mod">
          <ac:chgData name="Young Jun Kim" userId="d1cf4b6257b0b256" providerId="LiveId" clId="{9BBBA349-5589-4A3C-BDC9-3B711A1F2A46}" dt="2026-05-20T03:56:31.053" v="7944" actId="478"/>
          <ac:spMkLst>
            <pc:docMk/>
            <pc:sldMk cId="2665691263" sldId="276"/>
            <ac:spMk id="8" creationId="{FE9A70E1-676F-4622-B019-DAADDCB168D3}"/>
          </ac:spMkLst>
        </pc:spChg>
        <pc:spChg chg="add mod">
          <ac:chgData name="Young Jun Kim" userId="d1cf4b6257b0b256" providerId="LiveId" clId="{9BBBA349-5589-4A3C-BDC9-3B711A1F2A46}" dt="2026-05-20T03:48:29.057" v="6570" actId="14100"/>
          <ac:spMkLst>
            <pc:docMk/>
            <pc:sldMk cId="2665691263" sldId="276"/>
            <ac:spMk id="10" creationId="{6361FF1D-0E4E-46B3-92F5-A25D9919471A}"/>
          </ac:spMkLst>
        </pc:spChg>
        <pc:spChg chg="add mod">
          <ac:chgData name="Young Jun Kim" userId="d1cf4b6257b0b256" providerId="LiveId" clId="{9BBBA349-5589-4A3C-BDC9-3B711A1F2A46}" dt="2026-05-20T03:49:54.121" v="6896" actId="404"/>
          <ac:spMkLst>
            <pc:docMk/>
            <pc:sldMk cId="2665691263" sldId="276"/>
            <ac:spMk id="11" creationId="{F7CC2EA8-A59E-4926-9674-3F6D67D372B2}"/>
          </ac:spMkLst>
        </pc:spChg>
        <pc:spChg chg="add mod">
          <ac:chgData name="Young Jun Kim" userId="d1cf4b6257b0b256" providerId="LiveId" clId="{9BBBA349-5589-4A3C-BDC9-3B711A1F2A46}" dt="2026-05-20T03:54:00.072" v="7438" actId="1076"/>
          <ac:spMkLst>
            <pc:docMk/>
            <pc:sldMk cId="2665691263" sldId="276"/>
            <ac:spMk id="12" creationId="{FB96E285-1CA9-43C5-9F82-53D765717917}"/>
          </ac:spMkLst>
        </pc:spChg>
        <pc:spChg chg="add mod">
          <ac:chgData name="Young Jun Kim" userId="d1cf4b6257b0b256" providerId="LiveId" clId="{9BBBA349-5589-4A3C-BDC9-3B711A1F2A46}" dt="2026-05-20T03:54:22.008" v="7490"/>
          <ac:spMkLst>
            <pc:docMk/>
            <pc:sldMk cId="2665691263" sldId="276"/>
            <ac:spMk id="13" creationId="{591D9912-A41A-4026-BCF4-7891D0B2A89E}"/>
          </ac:spMkLst>
        </pc:spChg>
        <pc:spChg chg="add mod">
          <ac:chgData name="Young Jun Kim" userId="d1cf4b6257b0b256" providerId="LiveId" clId="{9BBBA349-5589-4A3C-BDC9-3B711A1F2A46}" dt="2026-05-20T03:54:57.265" v="7590" actId="1076"/>
          <ac:spMkLst>
            <pc:docMk/>
            <pc:sldMk cId="2665691263" sldId="276"/>
            <ac:spMk id="14" creationId="{9D0CEAB9-F892-4925-8455-0EE7B06CE1D2}"/>
          </ac:spMkLst>
        </pc:spChg>
        <pc:spChg chg="add mod">
          <ac:chgData name="Young Jun Kim" userId="d1cf4b6257b0b256" providerId="LiveId" clId="{9BBBA349-5589-4A3C-BDC9-3B711A1F2A46}" dt="2026-05-20T03:56:22.880" v="7943" actId="1076"/>
          <ac:spMkLst>
            <pc:docMk/>
            <pc:sldMk cId="2665691263" sldId="276"/>
            <ac:spMk id="15" creationId="{9CC4B71E-F128-4821-8A5B-7BD051519DE1}"/>
          </ac:spMkLst>
        </pc:spChg>
        <pc:spChg chg="add mod">
          <ac:chgData name="Young Jun Kim" userId="d1cf4b6257b0b256" providerId="LiveId" clId="{9BBBA349-5589-4A3C-BDC9-3B711A1F2A46}" dt="2026-05-20T03:57:16.946" v="7988" actId="6549"/>
          <ac:spMkLst>
            <pc:docMk/>
            <pc:sldMk cId="2665691263" sldId="276"/>
            <ac:spMk id="16" creationId="{B3368853-B118-4F91-8F50-6945FFB7008E}"/>
          </ac:spMkLst>
        </pc:spChg>
        <pc:picChg chg="add mod ord modCrop">
          <ac:chgData name="Young Jun Kim" userId="d1cf4b6257b0b256" providerId="LiveId" clId="{9BBBA349-5589-4A3C-BDC9-3B711A1F2A46}" dt="2026-05-20T03:47:53.076" v="6543" actId="166"/>
          <ac:picMkLst>
            <pc:docMk/>
            <pc:sldMk cId="2665691263" sldId="276"/>
            <ac:picMk id="4" creationId="{9F44B959-8D8C-4D51-8AA1-E02882AC4A37}"/>
          </ac:picMkLst>
        </pc:picChg>
        <pc:picChg chg="add mod">
          <ac:chgData name="Young Jun Kim" userId="d1cf4b6257b0b256" providerId="LiveId" clId="{9BBBA349-5589-4A3C-BDC9-3B711A1F2A46}" dt="2026-05-20T03:47:51.848" v="6542" actId="1076"/>
          <ac:picMkLst>
            <pc:docMk/>
            <pc:sldMk cId="2665691263" sldId="276"/>
            <ac:picMk id="4098" creationId="{024FC376-FEC1-46CD-8A27-1443019ED992}"/>
          </ac:picMkLst>
        </pc:picChg>
      </pc:sldChg>
      <pc:sldChg chg="addSp delSp modSp add mod">
        <pc:chgData name="Young Jun Kim" userId="d1cf4b6257b0b256" providerId="LiveId" clId="{9BBBA349-5589-4A3C-BDC9-3B711A1F2A46}" dt="2026-05-20T02:51:27.745" v="5068" actId="1076"/>
        <pc:sldMkLst>
          <pc:docMk/>
          <pc:sldMk cId="1565525134" sldId="277"/>
        </pc:sldMkLst>
        <pc:spChg chg="add mod">
          <ac:chgData name="Young Jun Kim" userId="d1cf4b6257b0b256" providerId="LiveId" clId="{9BBBA349-5589-4A3C-BDC9-3B711A1F2A46}" dt="2026-05-20T02:50:12.689" v="5027" actId="1076"/>
          <ac:spMkLst>
            <pc:docMk/>
            <pc:sldMk cId="1565525134" sldId="277"/>
            <ac:spMk id="3" creationId="{B314E194-1C83-40EB-AEB0-2E3BEBEA7C22}"/>
          </ac:spMkLst>
        </pc:spChg>
        <pc:spChg chg="mod">
          <ac:chgData name="Young Jun Kim" userId="d1cf4b6257b0b256" providerId="LiveId" clId="{9BBBA349-5589-4A3C-BDC9-3B711A1F2A46}" dt="2026-05-20T02:00:45.957" v="3515"/>
          <ac:spMkLst>
            <pc:docMk/>
            <pc:sldMk cId="1565525134" sldId="277"/>
            <ac:spMk id="5" creationId="{49C47F7C-721B-42F8-8374-D451BB3B45BC}"/>
          </ac:spMkLst>
        </pc:spChg>
        <pc:spChg chg="add mod ord">
          <ac:chgData name="Young Jun Kim" userId="d1cf4b6257b0b256" providerId="LiveId" clId="{9BBBA349-5589-4A3C-BDC9-3B711A1F2A46}" dt="2026-05-20T02:49:21.670" v="4984" actId="167"/>
          <ac:spMkLst>
            <pc:docMk/>
            <pc:sldMk cId="1565525134" sldId="277"/>
            <ac:spMk id="6" creationId="{DB25664A-1D81-4915-818A-707E4D4D52A8}"/>
          </ac:spMkLst>
        </pc:spChg>
        <pc:spChg chg="mod">
          <ac:chgData name="Young Jun Kim" userId="d1cf4b6257b0b256" providerId="LiveId" clId="{9BBBA349-5589-4A3C-BDC9-3B711A1F2A46}" dt="2026-05-20T02:51:05.833" v="5067" actId="20577"/>
          <ac:spMkLst>
            <pc:docMk/>
            <pc:sldMk cId="1565525134" sldId="277"/>
            <ac:spMk id="7" creationId="{FFD416A1-ABF6-4284-B4E9-97973DC6DEE4}"/>
          </ac:spMkLst>
        </pc:spChg>
        <pc:spChg chg="add del mod">
          <ac:chgData name="Young Jun Kim" userId="d1cf4b6257b0b256" providerId="LiveId" clId="{9BBBA349-5589-4A3C-BDC9-3B711A1F2A46}" dt="2026-05-20T02:50:05.261" v="4998" actId="478"/>
          <ac:spMkLst>
            <pc:docMk/>
            <pc:sldMk cId="1565525134" sldId="277"/>
            <ac:spMk id="8" creationId="{4BA9329E-DD74-46F2-A1B2-028B8DDC9532}"/>
          </ac:spMkLst>
        </pc:spChg>
        <pc:spChg chg="add mod ord">
          <ac:chgData name="Young Jun Kim" userId="d1cf4b6257b0b256" providerId="LiveId" clId="{9BBBA349-5589-4A3C-BDC9-3B711A1F2A46}" dt="2026-05-20T02:49:24.236" v="4985" actId="207"/>
          <ac:spMkLst>
            <pc:docMk/>
            <pc:sldMk cId="1565525134" sldId="277"/>
            <ac:spMk id="13" creationId="{5430401A-9767-4E58-B620-9EE9920B9320}"/>
          </ac:spMkLst>
        </pc:spChg>
        <pc:spChg chg="add mod">
          <ac:chgData name="Young Jun Kim" userId="d1cf4b6257b0b256" providerId="LiveId" clId="{9BBBA349-5589-4A3C-BDC9-3B711A1F2A46}" dt="2026-05-20T02:50:09.793" v="5026"/>
          <ac:spMkLst>
            <pc:docMk/>
            <pc:sldMk cId="1565525134" sldId="277"/>
            <ac:spMk id="15" creationId="{C0AE5B3C-AE98-488F-81F4-E42650E386A4}"/>
          </ac:spMkLst>
        </pc:spChg>
        <pc:picChg chg="add mod">
          <ac:chgData name="Young Jun Kim" userId="d1cf4b6257b0b256" providerId="LiveId" clId="{9BBBA349-5589-4A3C-BDC9-3B711A1F2A46}" dt="2026-05-20T02:51:27.745" v="5068" actId="1076"/>
          <ac:picMkLst>
            <pc:docMk/>
            <pc:sldMk cId="1565525134" sldId="277"/>
            <ac:picMk id="10" creationId="{AC23D031-8ADB-431B-89F2-1B74CA51737E}"/>
          </ac:picMkLst>
        </pc:picChg>
        <pc:picChg chg="add del mod">
          <ac:chgData name="Young Jun Kim" userId="d1cf4b6257b0b256" providerId="LiveId" clId="{9BBBA349-5589-4A3C-BDC9-3B711A1F2A46}" dt="2026-05-20T02:50:01.133" v="4996" actId="478"/>
          <ac:picMkLst>
            <pc:docMk/>
            <pc:sldMk cId="1565525134" sldId="277"/>
            <ac:picMk id="12" creationId="{859F3D11-A1FB-4A17-913C-464772D19A5D}"/>
          </ac:picMkLst>
        </pc:picChg>
        <pc:picChg chg="add mod">
          <ac:chgData name="Young Jun Kim" userId="d1cf4b6257b0b256" providerId="LiveId" clId="{9BBBA349-5589-4A3C-BDC9-3B711A1F2A46}" dt="2026-05-20T02:50:01.245" v="4997"/>
          <ac:picMkLst>
            <pc:docMk/>
            <pc:sldMk cId="1565525134" sldId="277"/>
            <ac:picMk id="14" creationId="{A8B3B5EF-2459-46DE-B6CA-E682A98D9D2A}"/>
          </ac:picMkLst>
        </pc:picChg>
        <pc:picChg chg="add mod">
          <ac:chgData name="Young Jun Kim" userId="d1cf4b6257b0b256" providerId="LiveId" clId="{9BBBA349-5589-4A3C-BDC9-3B711A1F2A46}" dt="2026-05-20T02:51:27.745" v="5068" actId="1076"/>
          <ac:picMkLst>
            <pc:docMk/>
            <pc:sldMk cId="1565525134" sldId="277"/>
            <ac:picMk id="3074" creationId="{A5FA5F2F-ED3E-4FAE-9FF0-8F65F598BE88}"/>
          </ac:picMkLst>
        </pc:picChg>
        <pc:picChg chg="add del mod">
          <ac:chgData name="Young Jun Kim" userId="d1cf4b6257b0b256" providerId="LiveId" clId="{9BBBA349-5589-4A3C-BDC9-3B711A1F2A46}" dt="2026-05-20T02:40:05.453" v="4638" actId="478"/>
          <ac:picMkLst>
            <pc:docMk/>
            <pc:sldMk cId="1565525134" sldId="277"/>
            <ac:picMk id="3076" creationId="{FEE2DD9D-7D83-4437-BC89-FF2B01E212BD}"/>
          </ac:picMkLst>
        </pc:picChg>
        <pc:picChg chg="add mod">
          <ac:chgData name="Young Jun Kim" userId="d1cf4b6257b0b256" providerId="LiveId" clId="{9BBBA349-5589-4A3C-BDC9-3B711A1F2A46}" dt="2026-05-20T02:51:27.745" v="5068" actId="1076"/>
          <ac:picMkLst>
            <pc:docMk/>
            <pc:sldMk cId="1565525134" sldId="277"/>
            <ac:picMk id="3078" creationId="{3B20C885-A8C7-43F6-8686-69D377963828}"/>
          </ac:picMkLst>
        </pc:picChg>
      </pc:sldChg>
      <pc:sldChg chg="addSp delSp modSp add mod">
        <pc:chgData name="Young Jun Kim" userId="d1cf4b6257b0b256" providerId="LiveId" clId="{9BBBA349-5589-4A3C-BDC9-3B711A1F2A46}" dt="2026-05-20T02:49:58.785" v="4995" actId="1076"/>
        <pc:sldMkLst>
          <pc:docMk/>
          <pc:sldMk cId="70037600" sldId="278"/>
        </pc:sldMkLst>
        <pc:spChg chg="add del mod">
          <ac:chgData name="Young Jun Kim" userId="d1cf4b6257b0b256" providerId="LiveId" clId="{9BBBA349-5589-4A3C-BDC9-3B711A1F2A46}" dt="2026-05-20T02:03:25.619" v="3535" actId="21"/>
          <ac:spMkLst>
            <pc:docMk/>
            <pc:sldMk cId="70037600" sldId="278"/>
            <ac:spMk id="3" creationId="{27F83ABD-30D0-4B1C-9D9C-8131B49E937D}"/>
          </ac:spMkLst>
        </pc:spChg>
        <pc:spChg chg="add mod">
          <ac:chgData name="Young Jun Kim" userId="d1cf4b6257b0b256" providerId="LiveId" clId="{9BBBA349-5589-4A3C-BDC9-3B711A1F2A46}" dt="2026-05-20T02:49:52.964" v="4993" actId="1076"/>
          <ac:spMkLst>
            <pc:docMk/>
            <pc:sldMk cId="70037600" sldId="278"/>
            <ac:spMk id="4" creationId="{05994C8B-08EF-4555-A3DD-08972C839044}"/>
          </ac:spMkLst>
        </pc:spChg>
        <pc:spChg chg="mod">
          <ac:chgData name="Young Jun Kim" userId="d1cf4b6257b0b256" providerId="LiveId" clId="{9BBBA349-5589-4A3C-BDC9-3B711A1F2A46}" dt="2026-05-20T02:00:54.501" v="3531"/>
          <ac:spMkLst>
            <pc:docMk/>
            <pc:sldMk cId="70037600" sldId="278"/>
            <ac:spMk id="5" creationId="{49C47F7C-721B-42F8-8374-D451BB3B45BC}"/>
          </ac:spMkLst>
        </pc:spChg>
        <pc:spChg chg="mod">
          <ac:chgData name="Young Jun Kim" userId="d1cf4b6257b0b256" providerId="LiveId" clId="{9BBBA349-5589-4A3C-BDC9-3B711A1F2A46}" dt="2026-05-20T02:17:02.856" v="4627" actId="113"/>
          <ac:spMkLst>
            <pc:docMk/>
            <pc:sldMk cId="70037600" sldId="278"/>
            <ac:spMk id="7" creationId="{FFD416A1-ABF6-4284-B4E9-97973DC6DEE4}"/>
          </ac:spMkLst>
        </pc:spChg>
        <pc:spChg chg="add del mod">
          <ac:chgData name="Young Jun Kim" userId="d1cf4b6257b0b256" providerId="LiveId" clId="{9BBBA349-5589-4A3C-BDC9-3B711A1F2A46}" dt="2026-05-20T02:49:46.699" v="4991" actId="478"/>
          <ac:spMkLst>
            <pc:docMk/>
            <pc:sldMk cId="70037600" sldId="278"/>
            <ac:spMk id="8" creationId="{74DC3EDB-7824-4182-A9F4-9A6E1EF1E81B}"/>
          </ac:spMkLst>
        </pc:spChg>
        <pc:spChg chg="add mod">
          <ac:chgData name="Young Jun Kim" userId="d1cf4b6257b0b256" providerId="LiveId" clId="{9BBBA349-5589-4A3C-BDC9-3B711A1F2A46}" dt="2026-05-20T02:11:25.677" v="3885" actId="20577"/>
          <ac:spMkLst>
            <pc:docMk/>
            <pc:sldMk cId="70037600" sldId="278"/>
            <ac:spMk id="9" creationId="{FFC54EAF-FBBE-4D95-9859-D3A932F4E70D}"/>
          </ac:spMkLst>
        </pc:spChg>
        <pc:spChg chg="add mod">
          <ac:chgData name="Young Jun Kim" userId="d1cf4b6257b0b256" providerId="LiveId" clId="{9BBBA349-5589-4A3C-BDC9-3B711A1F2A46}" dt="2026-05-20T02:49:57.442" v="4994" actId="1076"/>
          <ac:spMkLst>
            <pc:docMk/>
            <pc:sldMk cId="70037600" sldId="278"/>
            <ac:spMk id="10" creationId="{146F49F1-9FD3-443F-B575-4C2D3A4B32BA}"/>
          </ac:spMkLst>
        </pc:spChg>
        <pc:spChg chg="add mod">
          <ac:chgData name="Young Jun Kim" userId="d1cf4b6257b0b256" providerId="LiveId" clId="{9BBBA349-5589-4A3C-BDC9-3B711A1F2A46}" dt="2026-05-20T02:46:32.572" v="4842" actId="6549"/>
          <ac:spMkLst>
            <pc:docMk/>
            <pc:sldMk cId="70037600" sldId="278"/>
            <ac:spMk id="12" creationId="{D4F1336F-1E72-4CE5-8296-C05D082FFD7D}"/>
          </ac:spMkLst>
        </pc:spChg>
        <pc:spChg chg="add mod">
          <ac:chgData name="Young Jun Kim" userId="d1cf4b6257b0b256" providerId="LiveId" clId="{9BBBA349-5589-4A3C-BDC9-3B711A1F2A46}" dt="2026-05-20T02:46:38.818" v="4845" actId="1076"/>
          <ac:spMkLst>
            <pc:docMk/>
            <pc:sldMk cId="70037600" sldId="278"/>
            <ac:spMk id="20" creationId="{77B1DED0-BDA7-435A-B71F-AF6683DAC88B}"/>
          </ac:spMkLst>
        </pc:spChg>
        <pc:spChg chg="add mod ord">
          <ac:chgData name="Young Jun Kim" userId="d1cf4b6257b0b256" providerId="LiveId" clId="{9BBBA349-5589-4A3C-BDC9-3B711A1F2A46}" dt="2026-05-20T02:49:44.915" v="4990" actId="167"/>
          <ac:spMkLst>
            <pc:docMk/>
            <pc:sldMk cId="70037600" sldId="278"/>
            <ac:spMk id="21" creationId="{B89FEB14-F86D-4DF5-B5EC-2F9A7C30D10B}"/>
          </ac:spMkLst>
        </pc:spChg>
        <pc:spChg chg="add mod ord">
          <ac:chgData name="Young Jun Kim" userId="d1cf4b6257b0b256" providerId="LiveId" clId="{9BBBA349-5589-4A3C-BDC9-3B711A1F2A46}" dt="2026-05-20T02:49:44.915" v="4990" actId="167"/>
          <ac:spMkLst>
            <pc:docMk/>
            <pc:sldMk cId="70037600" sldId="278"/>
            <ac:spMk id="22" creationId="{5E4D0695-D44E-44E1-AE6C-03B32D54FA2D}"/>
          </ac:spMkLst>
        </pc:spChg>
        <pc:picChg chg="add del mod">
          <ac:chgData name="Young Jun Kim" userId="d1cf4b6257b0b256" providerId="LiveId" clId="{9BBBA349-5589-4A3C-BDC9-3B711A1F2A46}" dt="2026-05-20T02:03:26.686" v="3536" actId="478"/>
          <ac:picMkLst>
            <pc:docMk/>
            <pc:sldMk cId="70037600" sldId="278"/>
            <ac:picMk id="6" creationId="{EA0D0E79-6FF3-449D-BC26-E73342803C8B}"/>
          </ac:picMkLst>
        </pc:picChg>
        <pc:picChg chg="add del mod">
          <ac:chgData name="Young Jun Kim" userId="d1cf4b6257b0b256" providerId="LiveId" clId="{9BBBA349-5589-4A3C-BDC9-3B711A1F2A46}" dt="2026-05-20T02:10:41.705" v="3841"/>
          <ac:picMkLst>
            <pc:docMk/>
            <pc:sldMk cId="70037600" sldId="278"/>
            <ac:picMk id="13" creationId="{F8A66C4A-A06A-4B0D-AF80-C86AC6E62B5D}"/>
          </ac:picMkLst>
        </pc:picChg>
        <pc:picChg chg="add mod">
          <ac:chgData name="Young Jun Kim" userId="d1cf4b6257b0b256" providerId="LiveId" clId="{9BBBA349-5589-4A3C-BDC9-3B711A1F2A46}" dt="2026-05-20T02:49:58.785" v="4995" actId="1076"/>
          <ac:picMkLst>
            <pc:docMk/>
            <pc:sldMk cId="70037600" sldId="278"/>
            <ac:picMk id="15" creationId="{96D9E972-B463-4E29-95B5-01D06F226ADA}"/>
          </ac:picMkLst>
        </pc:picChg>
        <pc:picChg chg="add mod">
          <ac:chgData name="Young Jun Kim" userId="d1cf4b6257b0b256" providerId="LiveId" clId="{9BBBA349-5589-4A3C-BDC9-3B711A1F2A46}" dt="2026-05-20T02:09:44.633" v="3828" actId="14100"/>
          <ac:picMkLst>
            <pc:docMk/>
            <pc:sldMk cId="70037600" sldId="278"/>
            <ac:picMk id="2050" creationId="{C7E861A0-EBB3-4875-B879-D357C0E4E073}"/>
          </ac:picMkLst>
        </pc:picChg>
        <pc:picChg chg="add mod">
          <ac:chgData name="Young Jun Kim" userId="d1cf4b6257b0b256" providerId="LiveId" clId="{9BBBA349-5589-4A3C-BDC9-3B711A1F2A46}" dt="2026-05-20T02:09:53.273" v="3832" actId="14100"/>
          <ac:picMkLst>
            <pc:docMk/>
            <pc:sldMk cId="70037600" sldId="278"/>
            <ac:picMk id="2052" creationId="{071809D3-44A0-4EEE-BF0F-DA6C257A2AC7}"/>
          </ac:picMkLst>
        </pc:picChg>
        <pc:picChg chg="add mod">
          <ac:chgData name="Young Jun Kim" userId="d1cf4b6257b0b256" providerId="LiveId" clId="{9BBBA349-5589-4A3C-BDC9-3B711A1F2A46}" dt="2026-05-20T02:10:26.606" v="3838" actId="14100"/>
          <ac:picMkLst>
            <pc:docMk/>
            <pc:sldMk cId="70037600" sldId="278"/>
            <ac:picMk id="2054" creationId="{5CE8DD05-9BAC-4C8A-8BDB-C6C956719B51}"/>
          </ac:picMkLst>
        </pc:picChg>
      </pc:sldChg>
      <pc:sldChg chg="new del">
        <pc:chgData name="Young Jun Kim" userId="d1cf4b6257b0b256" providerId="LiveId" clId="{9BBBA349-5589-4A3C-BDC9-3B711A1F2A46}" dt="2026-05-20T03:49:53.024" v="6895" actId="680"/>
        <pc:sldMkLst>
          <pc:docMk/>
          <pc:sldMk cId="499118724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4BD92-051C-496B-82C1-62F0E3EFEA92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65032-C142-4784-BD4B-B1C31064B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16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4CCF896-6D4E-428B-8477-E772E2313F38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796" tIns="50398" rIns="100796" bIns="503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263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D5EE3A-F5B0-45EE-9693-E4FCF2605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388BCC-EC1C-459E-9FD9-9B4F98D52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F424B2-C9B8-4746-A7B1-ED3650BE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EC039C-38D7-4DEB-8F6D-463811D2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1A284D-FE86-44A3-A121-310601B6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2DB9-12A7-4FE7-9DBC-8A2AC75C5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191D33A-833C-4ED7-A749-C3D8F7E32D90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796" tIns="50398" rIns="100796" bIns="503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263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" name="사각형: 둥근 대각선 방향 모서리 5">
            <a:extLst>
              <a:ext uri="{FF2B5EF4-FFF2-40B4-BE49-F238E27FC236}">
                <a16:creationId xmlns:a16="http://schemas.microsoft.com/office/drawing/2014/main" id="{63469FFF-A56A-4659-A7D0-A931D8CF2E07}"/>
              </a:ext>
            </a:extLst>
          </p:cNvPr>
          <p:cNvSpPr>
            <a:spLocks noChangeAspect="1"/>
          </p:cNvSpPr>
          <p:nvPr userDrawn="1"/>
        </p:nvSpPr>
        <p:spPr>
          <a:xfrm>
            <a:off x="-6220" y="533399"/>
            <a:ext cx="12204440" cy="5969455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1A9EA4-6E6D-4600-BF19-4E2B03F9FE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60" y="221312"/>
            <a:ext cx="717881" cy="1080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2B7CFC-40F1-4A69-BB84-1A5F6C54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3080" y="6487885"/>
            <a:ext cx="2743200" cy="365125"/>
          </a:xfrm>
        </p:spPr>
        <p:txBody>
          <a:bodyPr/>
          <a:lstStyle/>
          <a:p>
            <a:fld id="{E1D62DB9-12A7-4FE7-9DBC-8A2AC75C5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79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3D12CE-3751-4446-ACA1-D4AD628A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ACCC38-8201-4C50-B372-0F4E4F44F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E9DA6E-28A6-43FC-ADEA-E2C41293E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F2CC97-350B-4D6A-8DFB-F3588BDC0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B6F62A-AD89-44F0-95DF-DEA209F34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62DB9-12A7-4FE7-9DBC-8A2AC75C57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46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afeinsight.co.kr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rwalknavi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B2FCDF-FEC4-49C3-B380-51FA4EF53966}"/>
              </a:ext>
            </a:extLst>
          </p:cNvPr>
          <p:cNvSpPr txBox="1"/>
          <p:nvPr/>
        </p:nvSpPr>
        <p:spPr>
          <a:xfrm>
            <a:off x="2954140" y="1617185"/>
            <a:ext cx="6283718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spc="-150" dirty="0">
                <a:solidFill>
                  <a:srgbClr val="004F83"/>
                </a:solidFill>
                <a:latin typeface="+mn-ea"/>
              </a:rPr>
              <a:t>휴빌론 입구 </a:t>
            </a:r>
            <a:r>
              <a:rPr lang="en-US" altLang="ko-KR" sz="3200" b="1" spc="-150" dirty="0">
                <a:solidFill>
                  <a:srgbClr val="004F83"/>
                </a:solidFill>
                <a:latin typeface="+mn-ea"/>
              </a:rPr>
              <a:t>TV </a:t>
            </a:r>
            <a:r>
              <a:rPr lang="ko-KR" altLang="en-US" sz="3200" b="1" spc="-150" dirty="0">
                <a:solidFill>
                  <a:srgbClr val="004F83"/>
                </a:solidFill>
                <a:latin typeface="+mn-ea"/>
              </a:rPr>
              <a:t>컨텐츠 제작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707616-F394-4AA5-8967-3F4C852A0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100" y="5646584"/>
            <a:ext cx="1237801" cy="2892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97C568-0FB4-4F87-A21F-E1C836E202D0}"/>
              </a:ext>
            </a:extLst>
          </p:cNvPr>
          <p:cNvSpPr txBox="1"/>
          <p:nvPr/>
        </p:nvSpPr>
        <p:spPr>
          <a:xfrm>
            <a:off x="2294350" y="3766310"/>
            <a:ext cx="7603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pc="-150" dirty="0">
                <a:latin typeface="+mn-ea"/>
              </a:rPr>
              <a:t>2026-05-21</a:t>
            </a:r>
          </a:p>
          <a:p>
            <a:pPr algn="ctr"/>
            <a:endParaRPr lang="en-US" altLang="ko-KR" spc="-150" dirty="0">
              <a:latin typeface="+mn-ea"/>
            </a:endParaRPr>
          </a:p>
          <a:p>
            <a:pPr algn="ctr"/>
            <a:r>
              <a:rPr lang="ko-KR" altLang="en-US" spc="-150" dirty="0">
                <a:latin typeface="+mn-ea"/>
              </a:rPr>
              <a:t>영업기획실</a:t>
            </a:r>
          </a:p>
        </p:txBody>
      </p:sp>
    </p:spTree>
    <p:extLst>
      <p:ext uri="{BB962C8B-B14F-4D97-AF65-F5344CB8AC3E}">
        <p14:creationId xmlns:p14="http://schemas.microsoft.com/office/powerpoint/2010/main" val="77371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855E07-86BD-47EB-A75C-1162A6AA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2DB9-12A7-4FE7-9DBC-8A2AC75C5793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EEACA-F2A5-49F2-975E-7A9C38179A47}"/>
              </a:ext>
            </a:extLst>
          </p:cNvPr>
          <p:cNvSpPr txBox="1"/>
          <p:nvPr/>
        </p:nvSpPr>
        <p:spPr>
          <a:xfrm>
            <a:off x="173590" y="79305"/>
            <a:ext cx="586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r>
              <a:rPr lang="en-US" altLang="ko-KR" b="1"/>
              <a:t>. </a:t>
            </a:r>
            <a:r>
              <a:rPr lang="ko-KR" altLang="en-US" b="1" dirty="0"/>
              <a:t>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22528-4C84-443E-A641-05F2E137A4D5}"/>
              </a:ext>
            </a:extLst>
          </p:cNvPr>
          <p:cNvSpPr txBox="1"/>
          <p:nvPr/>
        </p:nvSpPr>
        <p:spPr>
          <a:xfrm>
            <a:off x="757824" y="1240076"/>
            <a:ext cx="10659649" cy="4528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</a:t>
            </a:r>
            <a:r>
              <a:rPr lang="ko-KR" altLang="en-US" b="1" dirty="0"/>
              <a:t> 목적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회사 환경개선 목적으로 구매한 입구 </a:t>
            </a:r>
            <a:r>
              <a:rPr lang="en-US" altLang="ko-KR" sz="1400" dirty="0"/>
              <a:t>TV</a:t>
            </a:r>
            <a:r>
              <a:rPr lang="ko-KR" altLang="en-US" sz="1400" dirty="0"/>
              <a:t>에 다양한 회사 컨텐츠를 추가하여 대외 홍보 및 내부 정보공유 목적으로 활용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2. </a:t>
            </a:r>
            <a:r>
              <a:rPr lang="ko-KR" altLang="en-US" b="1" dirty="0"/>
              <a:t>컨텐츠</a:t>
            </a:r>
            <a:endParaRPr lang="en-US" altLang="ko-KR" b="1" dirty="0"/>
          </a:p>
          <a:p>
            <a:pPr lvl="0" latinLnBrk="1">
              <a:lnSpc>
                <a:spcPct val="150000"/>
              </a:lnSpc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   1)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회사 </a:t>
            </a:r>
            <a:r>
              <a:rPr lang="ko-KR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조직도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회사 전체 조직도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   2)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솔루션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1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소개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Safe Insight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에 대한 소개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  <a:p>
            <a:pPr lvl="0" latinLnBrk="1">
              <a:lnSpc>
                <a:spcPct val="150000"/>
              </a:lnSpc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   3)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솔루션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2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소개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인가이드에 대한 솔루션 소개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  <a:p>
            <a:pPr lvl="0" algn="just" latinLnBrk="1">
              <a:lnSpc>
                <a:spcPct val="150000"/>
              </a:lnSpc>
            </a:pP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   4)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휴빌론 소식 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휴빌론 소식</a:t>
            </a:r>
            <a:r>
              <a:rPr lang="en-US" altLang="ko-KR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/</a:t>
            </a:r>
            <a:r>
              <a:rPr lang="ko-KR" altLang="en-US" sz="14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정보 공유 안내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  <a:p>
            <a:pPr lvl="0" algn="just" latinLnBrk="1">
              <a:lnSpc>
                <a:spcPct val="150000"/>
              </a:lnSpc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   5)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방문 안내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회사에 방문하는 외부 고객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/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손님 대상 안내</a:t>
            </a:r>
            <a:endParaRPr lang="en-US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3. </a:t>
            </a:r>
            <a:r>
              <a:rPr lang="ko-KR" altLang="en-US" b="1" dirty="0"/>
              <a:t>디스플레이 방식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풀 이미지 방식 </a:t>
            </a:r>
            <a:r>
              <a:rPr lang="en-US" altLang="ko-KR" sz="1400" dirty="0"/>
              <a:t>: </a:t>
            </a:r>
            <a:r>
              <a:rPr lang="ko-KR" altLang="en-US" sz="1400" dirty="0"/>
              <a:t>업데이트 때 마다 외부지원 필요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모바일웹</a:t>
            </a:r>
            <a:r>
              <a:rPr lang="ko-KR" altLang="en-US" sz="1400" dirty="0"/>
              <a:t> 방식 </a:t>
            </a:r>
            <a:r>
              <a:rPr lang="en-US" altLang="ko-KR" sz="1400" dirty="0"/>
              <a:t>: </a:t>
            </a:r>
            <a:r>
              <a:rPr lang="ko-KR" altLang="en-US" sz="1400" dirty="0"/>
              <a:t>디자인된 </a:t>
            </a:r>
            <a:r>
              <a:rPr lang="ko-KR" altLang="en-US" sz="1400" dirty="0" err="1"/>
              <a:t>모바일웹을</a:t>
            </a:r>
            <a:r>
              <a:rPr lang="ko-KR" altLang="en-US" sz="1400" dirty="0"/>
              <a:t> 제작 후 필요 시 마다 업데이트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7893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E9059E-7A89-48C0-9957-82A51838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2DB9-12A7-4FE7-9DBC-8A2AC75C5793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47F7C-721B-42F8-8374-D451BB3B45BC}"/>
              </a:ext>
            </a:extLst>
          </p:cNvPr>
          <p:cNvSpPr txBox="1"/>
          <p:nvPr/>
        </p:nvSpPr>
        <p:spPr>
          <a:xfrm>
            <a:off x="173590" y="79305"/>
            <a:ext cx="586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공통 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416A1-ABF6-4284-B4E9-97973DC6DEE4}"/>
              </a:ext>
            </a:extLst>
          </p:cNvPr>
          <p:cNvSpPr txBox="1"/>
          <p:nvPr/>
        </p:nvSpPr>
        <p:spPr>
          <a:xfrm>
            <a:off x="6343650" y="1086948"/>
            <a:ext cx="5645150" cy="50475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컨텐츠 구성</a:t>
            </a:r>
            <a:br>
              <a:rPr lang="en-US" altLang="ko-KR" sz="1400" b="1" dirty="0"/>
            </a:br>
            <a:r>
              <a:rPr lang="en-US" altLang="ko-KR" sz="1400" dirty="0"/>
              <a:t>- Google TV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모바일웹</a:t>
            </a:r>
            <a:r>
              <a:rPr lang="ko-KR" altLang="en-US" sz="1400" dirty="0"/>
              <a:t> 브라우저 앱 활용</a:t>
            </a:r>
            <a:br>
              <a:rPr lang="en-US" altLang="ko-KR" sz="1400" dirty="0"/>
            </a:br>
            <a:r>
              <a:rPr lang="en-US" altLang="ko-KR" sz="1400" dirty="0"/>
              <a:t>  (PC</a:t>
            </a:r>
            <a:r>
              <a:rPr lang="ko-KR" altLang="en-US" sz="1400" dirty="0"/>
              <a:t>버전 해상도 강제 조절 등 가능 여부는 테스트 필요</a:t>
            </a:r>
            <a:r>
              <a:rPr lang="en-US" altLang="ko-KR" sz="1400" dirty="0"/>
              <a:t>)</a:t>
            </a:r>
            <a:br>
              <a:rPr lang="en-US" altLang="ko-KR" sz="1400" b="1" dirty="0"/>
            </a:br>
            <a:r>
              <a:rPr lang="en-US" altLang="ko-KR" sz="1400" dirty="0"/>
              <a:t>- TV </a:t>
            </a:r>
            <a:r>
              <a:rPr lang="ko-KR" altLang="en-US" sz="1400" dirty="0"/>
              <a:t>전체화면으로 표시되며</a:t>
            </a:r>
            <a:r>
              <a:rPr lang="en-US" altLang="ko-KR" sz="1400" dirty="0"/>
              <a:t>, </a:t>
            </a:r>
            <a:r>
              <a:rPr lang="ko-KR" altLang="en-US" sz="1400" dirty="0"/>
              <a:t>스크롤되지 않아야 함</a:t>
            </a:r>
            <a:br>
              <a:rPr lang="en-US" altLang="ko-KR" sz="1400" b="1" dirty="0"/>
            </a:br>
            <a:r>
              <a:rPr lang="en-US" altLang="ko-KR" sz="1400" dirty="0">
                <a:sym typeface="Wingdings" panose="05000000000000000000" pitchFamily="2" charset="2"/>
              </a:rPr>
              <a:t>- </a:t>
            </a:r>
            <a:r>
              <a:rPr lang="ko-KR" altLang="en-US" sz="1400" dirty="0">
                <a:sym typeface="Wingdings" panose="05000000000000000000" pitchFamily="2" charset="2"/>
              </a:rPr>
              <a:t>컨텐츠 별 웹 페이지를 </a:t>
            </a:r>
            <a:r>
              <a:rPr lang="ko-KR" altLang="en-US" sz="1400" dirty="0" err="1">
                <a:sym typeface="Wingdings" panose="05000000000000000000" pitchFamily="2" charset="2"/>
              </a:rPr>
              <a:t>로딩하지</a:t>
            </a:r>
            <a:r>
              <a:rPr lang="ko-KR" altLang="en-US" sz="1400" dirty="0">
                <a:sym typeface="Wingdings" panose="05000000000000000000" pitchFamily="2" charset="2"/>
              </a:rPr>
              <a:t> 않고 한 페이지에서 처리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  (</a:t>
            </a:r>
            <a:r>
              <a:rPr lang="ko-KR" altLang="en-US" sz="1400" dirty="0">
                <a:sym typeface="Wingdings" panose="05000000000000000000" pitchFamily="2" charset="2"/>
              </a:rPr>
              <a:t>컨텐츠 별 페이지를 나눌 경우 페이지 로딩 시간이 매번 발생</a:t>
            </a:r>
            <a:r>
              <a:rPr lang="en-US" altLang="ko-KR" sz="1400" dirty="0">
                <a:sym typeface="Wingdings" panose="05000000000000000000" pitchFamily="2" charset="2"/>
              </a:rPr>
              <a:t>) - </a:t>
            </a:r>
            <a:r>
              <a:rPr lang="ko-KR" altLang="en-US" sz="1400" dirty="0">
                <a:sym typeface="Wingdings" panose="05000000000000000000" pitchFamily="2" charset="2"/>
              </a:rPr>
              <a:t>초기 로딩이 긴 것은 무방함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ym typeface="Wingdings" panose="05000000000000000000" pitchFamily="2" charset="2"/>
              </a:rPr>
              <a:t>컨텐츠 재생</a:t>
            </a:r>
            <a:br>
              <a:rPr lang="en-US" altLang="ko-KR" sz="1400" b="1" dirty="0">
                <a:sym typeface="Wingdings" panose="05000000000000000000" pitchFamily="2" charset="2"/>
              </a:rPr>
            </a:br>
            <a:r>
              <a:rPr lang="en-US" altLang="ko-KR" sz="1400" dirty="0"/>
              <a:t>- 1</a:t>
            </a:r>
            <a:r>
              <a:rPr lang="ko-KR" altLang="en-US" sz="1400" dirty="0"/>
              <a:t>번부터 </a:t>
            </a:r>
            <a:r>
              <a:rPr lang="en-US" altLang="ko-KR" sz="1400" dirty="0"/>
              <a:t>5</a:t>
            </a:r>
            <a:r>
              <a:rPr lang="ko-KR" altLang="en-US" sz="1400" dirty="0"/>
              <a:t>번까지 순차적으로 좌</a:t>
            </a:r>
            <a:r>
              <a:rPr lang="en-US" altLang="ko-KR" sz="1400" dirty="0"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sym typeface="Wingdings" panose="05000000000000000000" pitchFamily="2" charset="2"/>
              </a:rPr>
              <a:t>우 </a:t>
            </a:r>
            <a:r>
              <a:rPr lang="ko-KR" altLang="en-US" sz="1400" dirty="0" err="1">
                <a:sym typeface="Wingdings" panose="05000000000000000000" pitchFamily="2" charset="2"/>
              </a:rPr>
              <a:t>롤링되며</a:t>
            </a:r>
            <a:r>
              <a:rPr lang="ko-KR" altLang="en-US" sz="1400" dirty="0">
                <a:sym typeface="Wingdings" panose="05000000000000000000" pitchFamily="2" charset="2"/>
              </a:rPr>
              <a:t> 표시되며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  5</a:t>
            </a:r>
            <a:r>
              <a:rPr lang="ko-KR" altLang="en-US" sz="1400" dirty="0">
                <a:sym typeface="Wingdings" panose="05000000000000000000" pitchFamily="2" charset="2"/>
              </a:rPr>
              <a:t>번 이후 다시 </a:t>
            </a:r>
            <a:r>
              <a:rPr lang="en-US" altLang="ko-KR" sz="1400" dirty="0">
                <a:sym typeface="Wingdings" panose="05000000000000000000" pitchFamily="2" charset="2"/>
              </a:rPr>
              <a:t>1</a:t>
            </a:r>
            <a:r>
              <a:rPr lang="ko-KR" altLang="en-US" sz="1400" dirty="0">
                <a:sym typeface="Wingdings" panose="05000000000000000000" pitchFamily="2" charset="2"/>
              </a:rPr>
              <a:t>번부터 반복되어 표시</a:t>
            </a:r>
            <a:br>
              <a:rPr lang="en-US" altLang="ko-KR" sz="1400" dirty="0">
                <a:sym typeface="Wingdings" panose="05000000000000000000" pitchFamily="2" charset="2"/>
              </a:rPr>
            </a:br>
            <a:r>
              <a:rPr lang="en-US" altLang="ko-KR" sz="1400" dirty="0">
                <a:sym typeface="Wingdings" panose="05000000000000000000" pitchFamily="2" charset="2"/>
              </a:rPr>
              <a:t>- </a:t>
            </a:r>
            <a:r>
              <a:rPr lang="ko-KR" altLang="en-US" sz="1400" dirty="0">
                <a:sym typeface="Wingdings" panose="05000000000000000000" pitchFamily="2" charset="2"/>
              </a:rPr>
              <a:t>가능한 컨텐츠 별 전환되는 시간을 각각 설정할 수 있었으면 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컨텐츠 관리</a:t>
            </a:r>
            <a:br>
              <a:rPr lang="en-US" altLang="ko-KR" sz="1400" b="1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회사 소식</a:t>
            </a:r>
            <a:r>
              <a:rPr lang="en-US" altLang="ko-KR" sz="1400" dirty="0"/>
              <a:t>, </a:t>
            </a:r>
            <a:r>
              <a:rPr lang="ko-KR" altLang="en-US" sz="1400" dirty="0"/>
              <a:t>방문 안내 등 특정 컨텐츠는 주석처리 등으로</a:t>
            </a:r>
            <a:br>
              <a:rPr lang="en-US" altLang="ko-KR" sz="1400" dirty="0"/>
            </a:br>
            <a:r>
              <a:rPr lang="en-US" altLang="ko-KR" sz="1400" dirty="0"/>
              <a:t>  </a:t>
            </a:r>
            <a:r>
              <a:rPr lang="ko-KR" altLang="en-US" sz="1400" dirty="0"/>
              <a:t>표출을 제한할 수 있어야 함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기타</a:t>
            </a:r>
            <a:br>
              <a:rPr lang="en-US" altLang="ko-KR" sz="1400" b="1" dirty="0"/>
            </a:br>
            <a:r>
              <a:rPr lang="en-US" altLang="ko-KR" sz="1400" b="1" dirty="0"/>
              <a:t>- </a:t>
            </a:r>
            <a:r>
              <a:rPr lang="ko-KR" altLang="en-US" sz="1400" dirty="0"/>
              <a:t>컨텐츠 사이트는 회사 홈페이지 </a:t>
            </a:r>
            <a:r>
              <a:rPr lang="ko-KR" altLang="en-US" sz="1400" dirty="0" err="1"/>
              <a:t>하위폴더를</a:t>
            </a:r>
            <a:r>
              <a:rPr lang="ko-KR" altLang="en-US" sz="1400" dirty="0"/>
              <a:t> 생성해 활용</a:t>
            </a: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디자인은 </a:t>
            </a:r>
            <a:r>
              <a:rPr lang="ko-KR" altLang="en-US" sz="1400" dirty="0" err="1"/>
              <a:t>모아원을</a:t>
            </a:r>
            <a:r>
              <a:rPr lang="ko-KR" altLang="en-US" sz="1400" dirty="0"/>
              <a:t> 통해 </a:t>
            </a:r>
            <a:r>
              <a:rPr lang="ko-KR" altLang="en-US" sz="1400" dirty="0" err="1"/>
              <a:t>피그마로</a:t>
            </a:r>
            <a:r>
              <a:rPr lang="ko-KR" altLang="en-US" sz="1400" dirty="0"/>
              <a:t> 수령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6B5B01-4B6C-41E8-A267-425E1063FC90}"/>
              </a:ext>
            </a:extLst>
          </p:cNvPr>
          <p:cNvGrpSpPr/>
          <p:nvPr/>
        </p:nvGrpSpPr>
        <p:grpSpPr>
          <a:xfrm>
            <a:off x="509520" y="988004"/>
            <a:ext cx="5407161" cy="3205592"/>
            <a:chOff x="702147" y="1085850"/>
            <a:chExt cx="7904807" cy="4686300"/>
          </a:xfrm>
        </p:grpSpPr>
        <p:pic>
          <p:nvPicPr>
            <p:cNvPr id="1026" name="Picture 2" descr="Product image">
              <a:extLst>
                <a:ext uri="{FF2B5EF4-FFF2-40B4-BE49-F238E27FC236}">
                  <a16:creationId xmlns:a16="http://schemas.microsoft.com/office/drawing/2014/main" id="{F875DF60-12D1-49D6-9A9E-17DA3FE2F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3150" y="1085850"/>
              <a:ext cx="4686300" cy="4686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CAF2E3D-F7E1-48AD-AF2E-94D7C75BB0A9}"/>
                </a:ext>
              </a:extLst>
            </p:cNvPr>
            <p:cNvSpPr/>
            <p:nvPr/>
          </p:nvSpPr>
          <p:spPr>
            <a:xfrm>
              <a:off x="702147" y="1596055"/>
              <a:ext cx="2272356" cy="12909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컨텐츠</a:t>
              </a:r>
              <a:r>
                <a:rPr lang="en-US" altLang="ko-KR" dirty="0"/>
                <a:t>1</a:t>
              </a:r>
              <a:br>
                <a:rPr lang="en-US" altLang="ko-KR" dirty="0"/>
              </a:br>
              <a:r>
                <a:rPr lang="en-US" altLang="ko-KR" sz="1400" dirty="0"/>
                <a:t>(</a:t>
              </a:r>
              <a:r>
                <a:rPr lang="ko-KR" altLang="en-US" sz="1400" dirty="0"/>
                <a:t>조직도</a:t>
              </a:r>
              <a:r>
                <a:rPr lang="en-US" altLang="ko-KR" sz="1400" dirty="0"/>
                <a:t>)</a:t>
              </a:r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6F314C2-8A06-4762-AB09-7AA4F297A525}"/>
                </a:ext>
              </a:extLst>
            </p:cNvPr>
            <p:cNvSpPr/>
            <p:nvPr/>
          </p:nvSpPr>
          <p:spPr>
            <a:xfrm>
              <a:off x="3585047" y="1596055"/>
              <a:ext cx="2272356" cy="12909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컨텐츠</a:t>
              </a:r>
              <a:r>
                <a:rPr lang="en-US" altLang="ko-KR" dirty="0"/>
                <a:t>2</a:t>
              </a:r>
            </a:p>
            <a:p>
              <a:pPr algn="ctr"/>
              <a:r>
                <a:rPr lang="en-US" altLang="ko-KR" sz="1400" dirty="0"/>
                <a:t>(</a:t>
              </a:r>
              <a:r>
                <a:rPr lang="ko-KR" altLang="en-US" sz="1400" dirty="0"/>
                <a:t>솔루션 소개</a:t>
              </a:r>
              <a:r>
                <a:rPr lang="en-US" altLang="ko-KR" sz="1400" dirty="0"/>
                <a:t>1)</a:t>
              </a:r>
              <a:endParaRPr lang="ko-KR" altLang="en-US" sz="14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2240FDA-9363-4945-9451-CEC3C7F66C0F}"/>
                </a:ext>
              </a:extLst>
            </p:cNvPr>
            <p:cNvSpPr/>
            <p:nvPr/>
          </p:nvSpPr>
          <p:spPr>
            <a:xfrm>
              <a:off x="6334598" y="1596055"/>
              <a:ext cx="2272356" cy="12909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컨텐츠</a:t>
              </a:r>
              <a:r>
                <a:rPr lang="en-US" altLang="ko-KR" dirty="0"/>
                <a:t>3</a:t>
              </a:r>
            </a:p>
            <a:p>
              <a:pPr algn="ctr"/>
              <a:r>
                <a:rPr lang="en-US" altLang="ko-KR" sz="1400" dirty="0"/>
                <a:t>(</a:t>
              </a:r>
              <a:r>
                <a:rPr lang="ko-KR" altLang="en-US" sz="1400" dirty="0"/>
                <a:t>솔루션 소개</a:t>
              </a:r>
              <a:r>
                <a:rPr lang="en-US" altLang="ko-KR" sz="1400" dirty="0"/>
                <a:t>2)</a:t>
              </a:r>
              <a:endParaRPr lang="ko-KR" altLang="en-US" dirty="0"/>
            </a:p>
          </p:txBody>
        </p:sp>
      </p:grpSp>
      <p:sp>
        <p:nvSpPr>
          <p:cNvPr id="10" name="화살표: 오른쪽으로 구부러짐 9">
            <a:extLst>
              <a:ext uri="{FF2B5EF4-FFF2-40B4-BE49-F238E27FC236}">
                <a16:creationId xmlns:a16="http://schemas.microsoft.com/office/drawing/2014/main" id="{EB69736E-24C7-4A68-A703-D9CFD34504AC}"/>
              </a:ext>
            </a:extLst>
          </p:cNvPr>
          <p:cNvSpPr/>
          <p:nvPr/>
        </p:nvSpPr>
        <p:spPr>
          <a:xfrm>
            <a:off x="1617286" y="2446137"/>
            <a:ext cx="1215195" cy="621202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왼쪽으로 구부러짐 10">
            <a:extLst>
              <a:ext uri="{FF2B5EF4-FFF2-40B4-BE49-F238E27FC236}">
                <a16:creationId xmlns:a16="http://schemas.microsoft.com/office/drawing/2014/main" id="{63B66334-9B3F-4D25-AB48-EF6F38A8304B}"/>
              </a:ext>
            </a:extLst>
          </p:cNvPr>
          <p:cNvSpPr/>
          <p:nvPr/>
        </p:nvSpPr>
        <p:spPr>
          <a:xfrm flipV="1">
            <a:off x="3639239" y="2408037"/>
            <a:ext cx="1098550" cy="62120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75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E9059E-7A89-48C0-9957-82A51838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2DB9-12A7-4FE7-9DBC-8A2AC75C5793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47F7C-721B-42F8-8374-D451BB3B45BC}"/>
              </a:ext>
            </a:extLst>
          </p:cNvPr>
          <p:cNvSpPr txBox="1"/>
          <p:nvPr/>
        </p:nvSpPr>
        <p:spPr>
          <a:xfrm>
            <a:off x="173590" y="79305"/>
            <a:ext cx="586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3-1. </a:t>
            </a:r>
            <a:r>
              <a:rPr lang="ko-KR" altLang="en-US" b="1" dirty="0"/>
              <a:t>회사 조직도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416A1-ABF6-4284-B4E9-97973DC6DEE4}"/>
              </a:ext>
            </a:extLst>
          </p:cNvPr>
          <p:cNvSpPr txBox="1"/>
          <p:nvPr/>
        </p:nvSpPr>
        <p:spPr>
          <a:xfrm>
            <a:off x="7791450" y="1086948"/>
            <a:ext cx="4197350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err="1"/>
              <a:t>네임플레이트</a:t>
            </a:r>
            <a:r>
              <a:rPr lang="ko-KR" altLang="en-US" sz="1400" b="1" dirty="0"/>
              <a:t> 추가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삭제 가능해야 함</a:t>
            </a: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 err="1"/>
              <a:t>신규입사자</a:t>
            </a:r>
            <a:r>
              <a:rPr lang="en-US" altLang="ko-KR" sz="1400" b="1" dirty="0"/>
              <a:t>/</a:t>
            </a:r>
            <a:r>
              <a:rPr lang="ko-KR" altLang="en-US" sz="1400" b="1" dirty="0" err="1"/>
              <a:t>파견자</a:t>
            </a:r>
            <a:r>
              <a:rPr lang="ko-KR" altLang="en-US" sz="1400" b="1" dirty="0"/>
              <a:t> 변경 가능해야 함</a:t>
            </a: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실</a:t>
            </a:r>
            <a:r>
              <a:rPr lang="en-US" altLang="ko-KR" sz="1400" b="1" dirty="0"/>
              <a:t>/</a:t>
            </a:r>
            <a:r>
              <a:rPr lang="ko-KR" altLang="en-US" sz="1400" b="1" dirty="0" err="1"/>
              <a:t>팀명</a:t>
            </a:r>
            <a:r>
              <a:rPr lang="ko-KR" altLang="en-US" sz="1400" b="1" dirty="0"/>
              <a:t> 변경 가능해야 함</a:t>
            </a: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C00000"/>
                </a:solidFill>
              </a:rPr>
              <a:t>신규 </a:t>
            </a:r>
            <a:r>
              <a:rPr lang="ko-KR" altLang="en-US" sz="1400" b="1" dirty="0" err="1">
                <a:solidFill>
                  <a:srgbClr val="C00000"/>
                </a:solidFill>
              </a:rPr>
              <a:t>입사자</a:t>
            </a:r>
            <a:r>
              <a:rPr lang="ko-KR" altLang="en-US" sz="1400" b="1" dirty="0">
                <a:solidFill>
                  <a:srgbClr val="C00000"/>
                </a:solidFill>
              </a:rPr>
              <a:t> 강조 표시 필요</a:t>
            </a: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C00000"/>
                </a:solidFill>
              </a:rPr>
              <a:t>각 실별 특징을 줄 수 있는 아이디어 필요</a:t>
            </a:r>
            <a:r>
              <a:rPr lang="en-US" altLang="ko-KR" sz="1400" b="1" dirty="0">
                <a:solidFill>
                  <a:srgbClr val="C00000"/>
                </a:solidFill>
              </a:rPr>
              <a:t>(</a:t>
            </a:r>
            <a:r>
              <a:rPr lang="ko-KR" altLang="en-US" sz="1400" b="1" dirty="0">
                <a:solidFill>
                  <a:srgbClr val="C00000"/>
                </a:solidFill>
              </a:rPr>
              <a:t>추후</a:t>
            </a:r>
            <a:r>
              <a:rPr lang="en-US" altLang="ko-KR" sz="14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E15C842-1EDE-4D9D-9AAD-ADF83EA3E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79" y="1086948"/>
            <a:ext cx="7257369" cy="408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5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1C9FC25-1AE2-40EE-B837-CD32C43E07C1}"/>
              </a:ext>
            </a:extLst>
          </p:cNvPr>
          <p:cNvSpPr/>
          <p:nvPr/>
        </p:nvSpPr>
        <p:spPr>
          <a:xfrm>
            <a:off x="292780" y="1086948"/>
            <a:ext cx="7251020" cy="40756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5594CE4A-2F7F-4F08-AC47-8200B9D6A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71" y="1334448"/>
            <a:ext cx="6388780" cy="366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E9059E-7A89-48C0-9957-82A51838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2DB9-12A7-4FE7-9DBC-8A2AC75C5793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47F7C-721B-42F8-8374-D451BB3B45BC}"/>
              </a:ext>
            </a:extLst>
          </p:cNvPr>
          <p:cNvSpPr txBox="1"/>
          <p:nvPr/>
        </p:nvSpPr>
        <p:spPr>
          <a:xfrm>
            <a:off x="173590" y="79305"/>
            <a:ext cx="586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3-2. </a:t>
            </a:r>
            <a:r>
              <a:rPr lang="ko-KR" altLang="en-US" b="1" dirty="0"/>
              <a:t>솔루션 소개 </a:t>
            </a:r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416A1-ABF6-4284-B4E9-97973DC6DEE4}"/>
              </a:ext>
            </a:extLst>
          </p:cNvPr>
          <p:cNvSpPr txBox="1"/>
          <p:nvPr/>
        </p:nvSpPr>
        <p:spPr>
          <a:xfrm>
            <a:off x="7791450" y="1086948"/>
            <a:ext cx="419735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디자인</a:t>
            </a:r>
            <a:br>
              <a:rPr lang="en-US" altLang="ko-KR" sz="1400" b="1" dirty="0"/>
            </a:br>
            <a:r>
              <a:rPr lang="en-US" altLang="ko-KR" sz="1400" dirty="0"/>
              <a:t>- </a:t>
            </a:r>
            <a:r>
              <a:rPr lang="en-US" altLang="ko-KR" sz="1400" dirty="0">
                <a:hlinkClick r:id="rId3"/>
              </a:rPr>
              <a:t>http://www.safeinsight.co.kr</a:t>
            </a:r>
            <a:r>
              <a:rPr lang="en-US" altLang="ko-KR" sz="1400" dirty="0"/>
              <a:t> </a:t>
            </a:r>
            <a:r>
              <a:rPr lang="ko-KR" altLang="en-US" sz="1400" dirty="0"/>
              <a:t>홈페이지 활용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실사 이미지 수정 </a:t>
            </a:r>
            <a:r>
              <a:rPr lang="en-US" altLang="ko-KR" sz="1400" dirty="0"/>
              <a:t>(</a:t>
            </a:r>
            <a:r>
              <a:rPr lang="ko-KR" altLang="en-US" sz="1400" dirty="0"/>
              <a:t>아래 이미지로 업데이트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텍스트 업데이트</a:t>
            </a:r>
            <a:endParaRPr lang="en-US" altLang="ko-KR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9429A56-CE17-433E-AAEF-DAEDDFC177E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1" r="22051"/>
          <a:stretch/>
        </p:blipFill>
        <p:spPr>
          <a:xfrm>
            <a:off x="426130" y="1201377"/>
            <a:ext cx="1332882" cy="5464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AF70A12-1668-4F9D-B669-B65060358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291" y="4386206"/>
            <a:ext cx="3296348" cy="185584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1AD27DD-BC0F-4A9E-93C6-03E9984055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291" y="2845913"/>
            <a:ext cx="2032309" cy="15242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368822-319A-46B8-9748-A8A10C7EC162}"/>
              </a:ext>
            </a:extLst>
          </p:cNvPr>
          <p:cNvSpPr txBox="1"/>
          <p:nvPr/>
        </p:nvSpPr>
        <p:spPr>
          <a:xfrm>
            <a:off x="2200986" y="1369175"/>
            <a:ext cx="394335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C00000"/>
                </a:solidFill>
              </a:rPr>
              <a:t>휴빌론의</a:t>
            </a:r>
            <a:r>
              <a:rPr lang="ko-KR" altLang="en-US" sz="1400" dirty="0">
                <a:solidFill>
                  <a:srgbClr val="C00000"/>
                </a:solidFill>
              </a:rPr>
              <a:t> 산업안전예방 기술이 집약된 솔루션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324203-8E2F-42BB-BD1C-D9C6A0A99A02}"/>
              </a:ext>
            </a:extLst>
          </p:cNvPr>
          <p:cNvSpPr txBox="1"/>
          <p:nvPr/>
        </p:nvSpPr>
        <p:spPr>
          <a:xfrm>
            <a:off x="1548362" y="1721746"/>
            <a:ext cx="52485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solidFill>
                  <a:srgbClr val="C00000"/>
                </a:solidFill>
              </a:rPr>
              <a:t>CCTV </a:t>
            </a:r>
            <a:r>
              <a:rPr lang="ko-KR" altLang="en-US" sz="700" dirty="0">
                <a:solidFill>
                  <a:srgbClr val="C00000"/>
                </a:solidFill>
              </a:rPr>
              <a:t>영상분석과 </a:t>
            </a:r>
            <a:r>
              <a:rPr lang="en-US" altLang="ko-KR" sz="700" dirty="0">
                <a:solidFill>
                  <a:srgbClr val="C00000"/>
                </a:solidFill>
              </a:rPr>
              <a:t>FTM TAG</a:t>
            </a:r>
            <a:r>
              <a:rPr lang="ko-KR" altLang="en-US" sz="700" dirty="0">
                <a:solidFill>
                  <a:srgbClr val="C00000"/>
                </a:solidFill>
              </a:rPr>
              <a:t> 기반 </a:t>
            </a:r>
            <a:r>
              <a:rPr lang="ko-KR" altLang="en-US" sz="700" dirty="0" err="1">
                <a:solidFill>
                  <a:srgbClr val="C00000"/>
                </a:solidFill>
              </a:rPr>
              <a:t>위치측위를</a:t>
            </a:r>
            <a:r>
              <a:rPr lang="ko-KR" altLang="en-US" sz="700" dirty="0">
                <a:solidFill>
                  <a:srgbClr val="C00000"/>
                </a:solidFill>
              </a:rPr>
              <a:t> 기반으로 다양한 현장 정보를 조합하여</a:t>
            </a:r>
            <a:br>
              <a:rPr lang="en-US" altLang="ko-KR" sz="700" dirty="0">
                <a:solidFill>
                  <a:srgbClr val="C00000"/>
                </a:solidFill>
              </a:rPr>
            </a:br>
            <a:r>
              <a:rPr lang="ko-KR" altLang="en-US" sz="700" dirty="0">
                <a:solidFill>
                  <a:srgbClr val="C00000"/>
                </a:solidFill>
              </a:rPr>
              <a:t>작업자의 사고를 예방하기 위해 </a:t>
            </a:r>
            <a:r>
              <a:rPr lang="ko-KR" altLang="en-US" sz="700" dirty="0" err="1">
                <a:solidFill>
                  <a:srgbClr val="C00000"/>
                </a:solidFill>
              </a:rPr>
              <a:t>경광등</a:t>
            </a:r>
            <a:r>
              <a:rPr lang="en-US" altLang="ko-KR" sz="700" dirty="0">
                <a:solidFill>
                  <a:srgbClr val="C00000"/>
                </a:solidFill>
              </a:rPr>
              <a:t>, </a:t>
            </a:r>
            <a:r>
              <a:rPr lang="ko-KR" altLang="en-US" sz="700" dirty="0" err="1">
                <a:solidFill>
                  <a:srgbClr val="C00000"/>
                </a:solidFill>
              </a:rPr>
              <a:t>관제웹</a:t>
            </a:r>
            <a:r>
              <a:rPr lang="en-US" altLang="ko-KR" sz="700" dirty="0">
                <a:solidFill>
                  <a:srgbClr val="C00000"/>
                </a:solidFill>
              </a:rPr>
              <a:t>, </a:t>
            </a:r>
            <a:r>
              <a:rPr lang="ko-KR" altLang="en-US" sz="700" dirty="0" err="1">
                <a:solidFill>
                  <a:srgbClr val="C00000"/>
                </a:solidFill>
              </a:rPr>
              <a:t>관리자용앱</a:t>
            </a:r>
            <a:r>
              <a:rPr lang="en-US" altLang="ko-KR" sz="700" dirty="0">
                <a:solidFill>
                  <a:srgbClr val="C00000"/>
                </a:solidFill>
              </a:rPr>
              <a:t> </a:t>
            </a:r>
            <a:r>
              <a:rPr lang="ko-KR" altLang="en-US" sz="700" dirty="0">
                <a:solidFill>
                  <a:srgbClr val="C00000"/>
                </a:solidFill>
              </a:rPr>
              <a:t>등으로 알림을 제공하는 솔루션 입니다</a:t>
            </a:r>
            <a:r>
              <a:rPr lang="en-US" altLang="ko-KR" sz="700" dirty="0">
                <a:solidFill>
                  <a:srgbClr val="C00000"/>
                </a:solidFill>
              </a:rPr>
              <a:t>.</a:t>
            </a:r>
            <a:endParaRPr lang="ko-KR" altLang="en-US" sz="700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7B042-ED1D-47CB-84C5-3B283BD68C75}"/>
              </a:ext>
            </a:extLst>
          </p:cNvPr>
          <p:cNvSpPr txBox="1"/>
          <p:nvPr/>
        </p:nvSpPr>
        <p:spPr>
          <a:xfrm>
            <a:off x="5167151" y="2891303"/>
            <a:ext cx="214804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rgbClr val="C00000"/>
                </a:solidFill>
              </a:rPr>
              <a:t>안전사고가 발생하기 전 위험을 미리 방지하기 위한 예방 목적의 솔루션 입니다</a:t>
            </a:r>
            <a:r>
              <a:rPr lang="en-US" altLang="ko-KR" sz="600" dirty="0">
                <a:solidFill>
                  <a:srgbClr val="C00000"/>
                </a:solidFill>
              </a:rPr>
              <a:t>.</a:t>
            </a:r>
            <a:endParaRPr lang="ko-KR" altLang="en-US" sz="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1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E9059E-7A89-48C0-9957-82A51838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2DB9-12A7-4FE7-9DBC-8A2AC75C5793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47F7C-721B-42F8-8374-D451BB3B45BC}"/>
              </a:ext>
            </a:extLst>
          </p:cNvPr>
          <p:cNvSpPr txBox="1"/>
          <p:nvPr/>
        </p:nvSpPr>
        <p:spPr>
          <a:xfrm>
            <a:off x="173590" y="79305"/>
            <a:ext cx="586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3-3. </a:t>
            </a:r>
            <a:r>
              <a:rPr lang="ko-KR" altLang="en-US" b="1" dirty="0"/>
              <a:t>솔루션 소개 </a:t>
            </a:r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4148B9-6405-472C-BDEC-B045ACBB904C}"/>
              </a:ext>
            </a:extLst>
          </p:cNvPr>
          <p:cNvSpPr/>
          <p:nvPr/>
        </p:nvSpPr>
        <p:spPr>
          <a:xfrm>
            <a:off x="292780" y="1086948"/>
            <a:ext cx="7251020" cy="40756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24FC376-FEC1-46CD-8A27-1443019ED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333" y="1189168"/>
            <a:ext cx="5036991" cy="387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F44B959-8D8C-4D51-8AA1-E02882AC4A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41" b="43217"/>
          <a:stretch/>
        </p:blipFill>
        <p:spPr>
          <a:xfrm>
            <a:off x="439365" y="1189973"/>
            <a:ext cx="1771479" cy="475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61FF1D-0E4E-46B3-92F5-A25D9919471A}"/>
              </a:ext>
            </a:extLst>
          </p:cNvPr>
          <p:cNvSpPr txBox="1"/>
          <p:nvPr/>
        </p:nvSpPr>
        <p:spPr>
          <a:xfrm>
            <a:off x="2227807" y="1369175"/>
            <a:ext cx="440472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C00000"/>
                </a:solidFill>
              </a:rPr>
              <a:t>휴빌론의</a:t>
            </a:r>
            <a:r>
              <a:rPr lang="ko-KR" altLang="en-US" sz="1400" dirty="0">
                <a:solidFill>
                  <a:srgbClr val="C00000"/>
                </a:solidFill>
              </a:rPr>
              <a:t> 실내측위 기술이 집약된 길안내 솔루션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C2EA8-A59E-4926-9674-3F6D67D372B2}"/>
              </a:ext>
            </a:extLst>
          </p:cNvPr>
          <p:cNvSpPr txBox="1"/>
          <p:nvPr/>
        </p:nvSpPr>
        <p:spPr>
          <a:xfrm>
            <a:off x="1548362" y="1719926"/>
            <a:ext cx="52485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solidFill>
                  <a:srgbClr val="C00000"/>
                </a:solidFill>
              </a:rPr>
              <a:t>공간과 환경 특성에 따라 다양한 측위 기술을 복합하여 보다 높은 정확도로 길안내를 제공합니다</a:t>
            </a:r>
            <a:r>
              <a:rPr lang="en-US" altLang="ko-KR" sz="700" dirty="0">
                <a:solidFill>
                  <a:srgbClr val="C00000"/>
                </a:solidFill>
              </a:rPr>
              <a:t>.</a:t>
            </a:r>
          </a:p>
          <a:p>
            <a:pPr algn="ctr"/>
            <a:r>
              <a:rPr lang="ko-KR" altLang="en-US" sz="700" dirty="0">
                <a:solidFill>
                  <a:srgbClr val="C00000"/>
                </a:solidFill>
              </a:rPr>
              <a:t>보행자에게 특화된 다양한 부가 기능을 제공합니다</a:t>
            </a:r>
            <a:r>
              <a:rPr lang="en-US" altLang="ko-KR" sz="700" dirty="0">
                <a:solidFill>
                  <a:srgbClr val="C00000"/>
                </a:solidFill>
              </a:rPr>
              <a:t>.</a:t>
            </a:r>
            <a:endParaRPr lang="ko-KR" altLang="en-US" sz="700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6E285-1CA9-43C5-9F82-53D765717917}"/>
              </a:ext>
            </a:extLst>
          </p:cNvPr>
          <p:cNvSpPr txBox="1"/>
          <p:nvPr/>
        </p:nvSpPr>
        <p:spPr>
          <a:xfrm>
            <a:off x="4714713" y="2823933"/>
            <a:ext cx="24576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rgbClr val="C00000"/>
                </a:solidFill>
              </a:rPr>
              <a:t>실내의 다양한 위치정보를 복합적으로 활용하여 정확한</a:t>
            </a:r>
            <a:br>
              <a:rPr lang="en-US" altLang="ko-KR" sz="600" dirty="0">
                <a:solidFill>
                  <a:srgbClr val="C00000"/>
                </a:solidFill>
              </a:rPr>
            </a:br>
            <a:r>
              <a:rPr lang="ko-KR" altLang="en-US" sz="600" dirty="0">
                <a:solidFill>
                  <a:srgbClr val="C00000"/>
                </a:solidFill>
              </a:rPr>
              <a:t>길안내와 자연스러운 층 이동 등 </a:t>
            </a:r>
            <a:r>
              <a:rPr lang="ko-KR" altLang="en-US" sz="600" dirty="0" err="1">
                <a:solidFill>
                  <a:srgbClr val="C00000"/>
                </a:solidFill>
              </a:rPr>
              <a:t>휴빌론만의</a:t>
            </a:r>
            <a:r>
              <a:rPr lang="ko-KR" altLang="en-US" sz="600" dirty="0">
                <a:solidFill>
                  <a:srgbClr val="C00000"/>
                </a:solidFill>
              </a:rPr>
              <a:t> 위치측위</a:t>
            </a:r>
            <a:br>
              <a:rPr lang="en-US" altLang="ko-KR" sz="600" dirty="0">
                <a:solidFill>
                  <a:srgbClr val="C00000"/>
                </a:solidFill>
              </a:rPr>
            </a:br>
            <a:r>
              <a:rPr lang="ko-KR" altLang="en-US" sz="600" dirty="0">
                <a:solidFill>
                  <a:srgbClr val="C00000"/>
                </a:solidFill>
              </a:rPr>
              <a:t>기술 노하우로 방문객이 편리하고 직관적으로 이용할 수 있습니다</a:t>
            </a:r>
            <a:r>
              <a:rPr lang="en-US" altLang="ko-KR" sz="600" dirty="0">
                <a:solidFill>
                  <a:srgbClr val="C00000"/>
                </a:solidFill>
              </a:rPr>
              <a:t>.</a:t>
            </a:r>
            <a:endParaRPr lang="ko-KR" altLang="en-US" sz="600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D9912-A41A-4026-BCF4-7891D0B2A89E}"/>
              </a:ext>
            </a:extLst>
          </p:cNvPr>
          <p:cNvSpPr txBox="1"/>
          <p:nvPr/>
        </p:nvSpPr>
        <p:spPr>
          <a:xfrm>
            <a:off x="4714713" y="2541991"/>
            <a:ext cx="165751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rgbClr val="C00000"/>
                </a:solidFill>
              </a:rPr>
              <a:t>실내 길안내 특화 솔루션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0CEAB9-F892-4925-8455-0EE7B06CE1D2}"/>
              </a:ext>
            </a:extLst>
          </p:cNvPr>
          <p:cNvSpPr txBox="1"/>
          <p:nvPr/>
        </p:nvSpPr>
        <p:spPr>
          <a:xfrm>
            <a:off x="4714712" y="3316773"/>
            <a:ext cx="198612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rgbClr val="C00000"/>
                </a:solidFill>
              </a:rPr>
              <a:t>보행자를 생각하는 길안내 서비스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4B71E-F128-4821-8A5B-7BD051519DE1}"/>
              </a:ext>
            </a:extLst>
          </p:cNvPr>
          <p:cNvSpPr txBox="1"/>
          <p:nvPr/>
        </p:nvSpPr>
        <p:spPr>
          <a:xfrm>
            <a:off x="4714713" y="3552549"/>
            <a:ext cx="2548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C00000"/>
                </a:solidFill>
              </a:rPr>
              <a:t>AR</a:t>
            </a:r>
            <a:r>
              <a:rPr lang="ko-KR" altLang="en-US" sz="600" dirty="0">
                <a:solidFill>
                  <a:srgbClr val="C00000"/>
                </a:solidFill>
              </a:rPr>
              <a:t>과 </a:t>
            </a:r>
            <a:r>
              <a:rPr lang="en-US" altLang="ko-KR" sz="600" dirty="0">
                <a:solidFill>
                  <a:srgbClr val="C00000"/>
                </a:solidFill>
              </a:rPr>
              <a:t>2D </a:t>
            </a:r>
            <a:r>
              <a:rPr lang="ko-KR" altLang="en-US" sz="600" dirty="0">
                <a:solidFill>
                  <a:srgbClr val="C00000"/>
                </a:solidFill>
              </a:rPr>
              <a:t>지도를 동시에 제공하여 사용성을 높이고</a:t>
            </a:r>
            <a:br>
              <a:rPr lang="en-US" altLang="ko-KR" sz="600" dirty="0">
                <a:solidFill>
                  <a:srgbClr val="C00000"/>
                </a:solidFill>
              </a:rPr>
            </a:br>
            <a:r>
              <a:rPr lang="ko-KR" altLang="en-US" sz="600" dirty="0">
                <a:solidFill>
                  <a:srgbClr val="C00000"/>
                </a:solidFill>
              </a:rPr>
              <a:t>교통약자를 위한 이동하기 편한 경로 옵션을 제공합니다</a:t>
            </a:r>
            <a:r>
              <a:rPr lang="en-US" altLang="ko-KR" sz="600" dirty="0">
                <a:solidFill>
                  <a:srgbClr val="C00000"/>
                </a:solidFill>
              </a:rPr>
              <a:t>.</a:t>
            </a:r>
            <a:br>
              <a:rPr lang="en-US" altLang="ko-KR" sz="600" dirty="0">
                <a:solidFill>
                  <a:srgbClr val="C00000"/>
                </a:solidFill>
              </a:rPr>
            </a:br>
            <a:r>
              <a:rPr lang="ko-KR" altLang="en-US" sz="600" dirty="0">
                <a:solidFill>
                  <a:srgbClr val="C00000"/>
                </a:solidFill>
              </a:rPr>
              <a:t>또한 </a:t>
            </a:r>
            <a:r>
              <a:rPr lang="en-US" altLang="ko-KR" sz="600" dirty="0">
                <a:solidFill>
                  <a:srgbClr val="C00000"/>
                </a:solidFill>
              </a:rPr>
              <a:t>AR </a:t>
            </a:r>
            <a:r>
              <a:rPr lang="ko-KR" altLang="en-US" sz="600" dirty="0">
                <a:solidFill>
                  <a:srgbClr val="C00000"/>
                </a:solidFill>
              </a:rPr>
              <a:t>영역을 통해 길안내 중 다양한 부가정보 제공도 가능합니다</a:t>
            </a:r>
            <a:r>
              <a:rPr lang="en-US" altLang="ko-KR" sz="600" dirty="0">
                <a:solidFill>
                  <a:srgbClr val="C00000"/>
                </a:solidFill>
              </a:rPr>
              <a:t>.</a:t>
            </a:r>
            <a:endParaRPr lang="ko-KR" altLang="en-US" sz="600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368853-B118-4F91-8F50-6945FFB7008E}"/>
              </a:ext>
            </a:extLst>
          </p:cNvPr>
          <p:cNvSpPr txBox="1"/>
          <p:nvPr/>
        </p:nvSpPr>
        <p:spPr>
          <a:xfrm>
            <a:off x="7791450" y="1086948"/>
            <a:ext cx="419735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디자인</a:t>
            </a:r>
            <a:br>
              <a:rPr lang="en-US" altLang="ko-KR" sz="1400" b="1" dirty="0"/>
            </a:br>
            <a:r>
              <a:rPr lang="en-US" altLang="ko-KR" sz="1400" dirty="0"/>
              <a:t>- </a:t>
            </a:r>
            <a:r>
              <a:rPr lang="en-US" altLang="ko-KR" sz="1400" dirty="0">
                <a:hlinkClick r:id="rId4"/>
              </a:rPr>
              <a:t>https://www.arwalknavi.com</a:t>
            </a:r>
            <a:r>
              <a:rPr lang="en-US" altLang="ko-KR" sz="1400" dirty="0"/>
              <a:t> </a:t>
            </a:r>
            <a:r>
              <a:rPr lang="ko-KR" altLang="en-US" sz="1400" dirty="0"/>
              <a:t>홈페이지 활용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텍스트 업데이트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665691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E9059E-7A89-48C0-9957-82A51838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2DB9-12A7-4FE7-9DBC-8A2AC75C5793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47F7C-721B-42F8-8374-D451BB3B45BC}"/>
              </a:ext>
            </a:extLst>
          </p:cNvPr>
          <p:cNvSpPr txBox="1"/>
          <p:nvPr/>
        </p:nvSpPr>
        <p:spPr>
          <a:xfrm>
            <a:off x="173590" y="79305"/>
            <a:ext cx="586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3-4. </a:t>
            </a:r>
            <a:r>
              <a:rPr lang="ko-KR" altLang="en-US" b="1" dirty="0"/>
              <a:t>휴빌론 소식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416A1-ABF6-4284-B4E9-97973DC6DEE4}"/>
              </a:ext>
            </a:extLst>
          </p:cNvPr>
          <p:cNvSpPr txBox="1"/>
          <p:nvPr/>
        </p:nvSpPr>
        <p:spPr>
          <a:xfrm>
            <a:off x="7791450" y="1086948"/>
            <a:ext cx="4197350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디자인</a:t>
            </a:r>
            <a:br>
              <a:rPr lang="en-US" altLang="ko-KR" sz="1400" b="1" dirty="0"/>
            </a:br>
            <a:r>
              <a:rPr lang="en-US" altLang="ko-KR" sz="1400" dirty="0"/>
              <a:t>- 3</a:t>
            </a:r>
            <a:r>
              <a:rPr lang="ko-KR" altLang="en-US" sz="1400" dirty="0"/>
              <a:t>종 디자인 타입 활용</a:t>
            </a:r>
            <a:br>
              <a:rPr lang="en-US" altLang="ko-KR" sz="1400" dirty="0"/>
            </a:br>
            <a:br>
              <a:rPr lang="en-US" altLang="ko-KR" sz="1400" b="1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하단 내비게이션 제외</a:t>
            </a:r>
            <a:br>
              <a:rPr lang="en-US" altLang="ko-KR" sz="1400" dirty="0"/>
            </a:br>
            <a:r>
              <a:rPr lang="en-US" altLang="ko-KR" sz="1400" dirty="0"/>
              <a:t>  (</a:t>
            </a:r>
            <a:r>
              <a:rPr lang="ko-KR" altLang="en-US" sz="1400" dirty="0"/>
              <a:t>추후 </a:t>
            </a:r>
            <a:r>
              <a:rPr lang="en-US" altLang="ko-KR" sz="1400" dirty="0"/>
              <a:t>DB </a:t>
            </a:r>
            <a:r>
              <a:rPr lang="ko-KR" altLang="en-US" sz="1400" dirty="0"/>
              <a:t>등으로 관리할 경우 활용</a:t>
            </a:r>
            <a:r>
              <a:rPr lang="en-US" altLang="ko-KR" sz="1400" dirty="0"/>
              <a:t>)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69783C6-489D-458E-BA19-4730E08B16CB}"/>
              </a:ext>
            </a:extLst>
          </p:cNvPr>
          <p:cNvGrpSpPr/>
          <p:nvPr/>
        </p:nvGrpSpPr>
        <p:grpSpPr>
          <a:xfrm>
            <a:off x="479497" y="763363"/>
            <a:ext cx="3279662" cy="5599338"/>
            <a:chOff x="479497" y="763362"/>
            <a:chExt cx="3734338" cy="637560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4D5D382-BCBF-4F22-83D2-E0BAF2D6B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9497" y="763362"/>
              <a:ext cx="3734337" cy="2088267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027A301-3D51-4299-865A-30B886846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497" y="2907030"/>
              <a:ext cx="3734337" cy="2088267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9793141-4453-496E-AF8E-4812FEBC9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497" y="5050698"/>
              <a:ext cx="3734338" cy="2088267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2976228-4583-4E71-896D-72A3C27FE86D}"/>
              </a:ext>
            </a:extLst>
          </p:cNvPr>
          <p:cNvSpPr txBox="1"/>
          <p:nvPr/>
        </p:nvSpPr>
        <p:spPr>
          <a:xfrm>
            <a:off x="3971924" y="1495701"/>
            <a:ext cx="2682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이미지 </a:t>
            </a:r>
            <a:r>
              <a:rPr lang="en-US" altLang="ko-KR" b="1" dirty="0"/>
              <a:t>+ </a:t>
            </a:r>
            <a:r>
              <a:rPr lang="ko-KR" altLang="en-US" b="1" dirty="0"/>
              <a:t>제목 </a:t>
            </a:r>
            <a:r>
              <a:rPr lang="en-US" altLang="ko-KR" b="1" dirty="0"/>
              <a:t>+ </a:t>
            </a:r>
            <a:r>
              <a:rPr lang="ko-KR" altLang="en-US" b="1" dirty="0"/>
              <a:t>설명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B687D4-B0ED-4C08-A4B0-A9F48F120CB7}"/>
              </a:ext>
            </a:extLst>
          </p:cNvPr>
          <p:cNvSpPr txBox="1"/>
          <p:nvPr/>
        </p:nvSpPr>
        <p:spPr>
          <a:xfrm>
            <a:off x="3971924" y="3378366"/>
            <a:ext cx="2682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제목 </a:t>
            </a:r>
            <a:r>
              <a:rPr lang="en-US" altLang="ko-KR" b="1" dirty="0"/>
              <a:t>+ </a:t>
            </a:r>
            <a:r>
              <a:rPr lang="ko-KR" altLang="en-US" b="1" dirty="0"/>
              <a:t>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D6DB78-DA30-41AF-9E23-13CA44A497A3}"/>
              </a:ext>
            </a:extLst>
          </p:cNvPr>
          <p:cNvSpPr txBox="1"/>
          <p:nvPr/>
        </p:nvSpPr>
        <p:spPr>
          <a:xfrm>
            <a:off x="3971924" y="5261031"/>
            <a:ext cx="2682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1565525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E9059E-7A89-48C0-9957-82A518388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62DB9-12A7-4FE7-9DBC-8A2AC75C5793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47F7C-721B-42F8-8374-D451BB3B45BC}"/>
              </a:ext>
            </a:extLst>
          </p:cNvPr>
          <p:cNvSpPr txBox="1"/>
          <p:nvPr/>
        </p:nvSpPr>
        <p:spPr>
          <a:xfrm>
            <a:off x="173590" y="79305"/>
            <a:ext cx="586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3-5. </a:t>
            </a:r>
            <a:r>
              <a:rPr lang="ko-KR" altLang="en-US" b="1" dirty="0"/>
              <a:t>방문 안내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416A1-ABF6-4284-B4E9-97973DC6DEE4}"/>
              </a:ext>
            </a:extLst>
          </p:cNvPr>
          <p:cNvSpPr txBox="1"/>
          <p:nvPr/>
        </p:nvSpPr>
        <p:spPr>
          <a:xfrm>
            <a:off x="7791450" y="1086948"/>
            <a:ext cx="419735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디자인</a:t>
            </a:r>
            <a:br>
              <a:rPr lang="en-US" altLang="ko-KR" sz="1400" b="1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하단 내비게이션 제외</a:t>
            </a:r>
            <a:br>
              <a:rPr lang="en-US" altLang="ko-KR" sz="1400" dirty="0"/>
            </a:br>
            <a:r>
              <a:rPr lang="en-US" altLang="ko-KR" sz="1400" dirty="0"/>
              <a:t>  (</a:t>
            </a:r>
            <a:r>
              <a:rPr lang="ko-KR" altLang="en-US" sz="1400" dirty="0"/>
              <a:t>추후 </a:t>
            </a:r>
            <a:r>
              <a:rPr lang="en-US" altLang="ko-KR" sz="1400" dirty="0"/>
              <a:t>DB </a:t>
            </a:r>
            <a:r>
              <a:rPr lang="ko-KR" altLang="en-US" sz="1400" dirty="0"/>
              <a:t>등으로 관리할 경우 활용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회의실 지정된 경우</a:t>
            </a:r>
            <a:r>
              <a:rPr lang="en-US" altLang="ko-KR" sz="1400" dirty="0"/>
              <a:t> </a:t>
            </a:r>
            <a:r>
              <a:rPr lang="ko-KR" altLang="en-US" sz="1400" dirty="0"/>
              <a:t>하단 내비게이션 영역에   </a:t>
            </a:r>
            <a:br>
              <a:rPr lang="en-US" altLang="ko-KR" sz="1400" dirty="0"/>
            </a:br>
            <a:r>
              <a:rPr lang="en-US" altLang="ko-KR" sz="1400" dirty="0"/>
              <a:t>  </a:t>
            </a:r>
            <a:r>
              <a:rPr lang="ko-KR" altLang="en-US" sz="1400" dirty="0"/>
              <a:t>회의실</a:t>
            </a:r>
            <a:r>
              <a:rPr lang="en-US" altLang="ko-KR" sz="1400" dirty="0"/>
              <a:t>I~III </a:t>
            </a:r>
            <a:r>
              <a:rPr lang="ko-KR" altLang="en-US" sz="1400" dirty="0"/>
              <a:t>표기</a:t>
            </a:r>
            <a:endParaRPr lang="en-US" altLang="ko-KR" sz="1400" b="1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FF34341-F2D2-4A90-82B4-2AB4F31DF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36" y="1097096"/>
            <a:ext cx="7232164" cy="404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4569</TotalTime>
  <Words>587</Words>
  <Application>Microsoft Office PowerPoint</Application>
  <PresentationFormat>와이드스크린</PresentationFormat>
  <Paragraphs>70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KoPub돋움체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Young Jun Kim</dc:creator>
  <cp:lastModifiedBy>Young Jun Kim</cp:lastModifiedBy>
  <cp:revision>92</cp:revision>
  <dcterms:created xsi:type="dcterms:W3CDTF">2026-01-07T04:44:02Z</dcterms:created>
  <dcterms:modified xsi:type="dcterms:W3CDTF">2026-05-21T01:57:30Z</dcterms:modified>
</cp:coreProperties>
</file>